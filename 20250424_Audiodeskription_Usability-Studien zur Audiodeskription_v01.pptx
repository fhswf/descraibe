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0"/>
  </p:notesMasterIdLst>
  <p:sldIdLst>
    <p:sldId id="256" r:id="rId2"/>
    <p:sldId id="287" r:id="rId3"/>
    <p:sldId id="266" r:id="rId4"/>
    <p:sldId id="283" r:id="rId5"/>
    <p:sldId id="275" r:id="rId6"/>
    <p:sldId id="271" r:id="rId7"/>
    <p:sldId id="285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456"/>
    <a:srgbClr val="438086"/>
    <a:srgbClr val="488A88"/>
    <a:srgbClr val="F6DC40"/>
    <a:srgbClr val="FFFF4F"/>
    <a:srgbClr val="C3E74F"/>
    <a:srgbClr val="72AF2F"/>
    <a:srgbClr val="5A8B25"/>
    <a:srgbClr val="FD2F2F"/>
    <a:srgbClr val="002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6604" autoAdjust="0"/>
  </p:normalViewPr>
  <p:slideViewPr>
    <p:cSldViewPr>
      <p:cViewPr>
        <p:scale>
          <a:sx n="100" d="100"/>
          <a:sy n="100" d="100"/>
        </p:scale>
        <p:origin x="846" y="2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E451F-3E05-4335-B799-31A1CA24BC8E}" type="datetimeFigureOut">
              <a:rPr lang="de-DE" smtClean="0"/>
              <a:t>24.04.2025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F85D8-A6AA-4CB5-A30A-03B8A36533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833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9787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Larissa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3786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6695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7160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chteck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chteck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chteck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chteck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Abgerundetes Rechteck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Abgerundetes Rechteck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chteck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hteck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hteck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chteck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de-DE"/>
              <a:t>Formatvorlage des Untertitelmasters durch Klicken bearbeiten</a:t>
            </a:r>
            <a:endParaRPr kumimoji="0" lang="en-US"/>
          </a:p>
        </p:txBody>
      </p:sp>
      <p:sp>
        <p:nvSpPr>
          <p:cNvPr id="28" name="Datumsplatzhalter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12C2D4DF-9C07-4E8A-A9C8-699C3432BB19}" type="datetime1">
              <a:rPr lang="de-DE" smtClean="0"/>
              <a:t>24.04.2025</a:t>
            </a:fld>
            <a:endParaRPr lang="en-US"/>
          </a:p>
        </p:txBody>
      </p:sp>
      <p:sp>
        <p:nvSpPr>
          <p:cNvPr id="17" name="Fußzeilenplatzhalter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Foliennummernplatzhalter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9E567595-CCD6-4F78-8F27-840D13ABE7E3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5C24-D96E-4687-A8E5-4115C8070FE3}" type="datetime1">
              <a:rPr lang="de-DE" smtClean="0"/>
              <a:t>24.04.2025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9418656" y="6391656"/>
            <a:ext cx="2651296" cy="36576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08800960-3D65-46F7-85EE-A2D8630D61E5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5A406-BDB6-48C3-AB72-8B738A1EB34F}" type="datetime1">
              <a:rPr lang="de-DE" smtClean="0"/>
              <a:t>24.04.2025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30DE54EF-D574-6C41-BDE5-35E8D23ABF8C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F66A-EFBE-4D86-B794-B531731BC1EE}" type="datetime1">
              <a:rPr lang="de-DE" smtClean="0"/>
              <a:t>24.04.2025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28A2B9AB-CEFC-4843-A8CE-9D77611F0E5F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26" name="Datumsplatzhalt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7C69E42-4B2B-491B-A644-815082356129}" type="datetime1">
              <a:rPr lang="de-DE" smtClean="0"/>
              <a:t>24.04.2025</a:t>
            </a:fld>
            <a:endParaRPr lang="en-US"/>
          </a:p>
        </p:txBody>
      </p:sp>
      <p:sp>
        <p:nvSpPr>
          <p:cNvPr id="27" name="Foliennummernplatzhalt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28" name="Fußzeilenplatzhalt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FEF4E230-B0C3-CC49-94BB-124CCF0FC893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8581BEF-411F-4C1C-828C-66B57363225F}" type="datetime1">
              <a:rPr lang="de-DE" smtClean="0"/>
              <a:t>24.04.2025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9B9422-82AE-1D4C-B6B0-865A43630775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4652-83CF-48FF-B07A-5D300D4CA3EB}" type="datetime1">
              <a:rPr lang="de-DE" smtClean="0"/>
              <a:t>24.04.2025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87ADE735-D8CE-7144-BFF4-464CC69DD30A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A2C4E-E099-4331-8BC5-F5919D33FBB0}" type="datetime1">
              <a:rPr lang="de-DE" smtClean="0"/>
              <a:t>24.04.2025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E84BC76B-DD63-3D41-8021-753CA6CA5598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de-DE"/>
              <a:t>Bild durch Klicken auf Symbol hinzufügen</a:t>
            </a:r>
            <a:endParaRPr kumimoji="0"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A2B8-1C71-4F87-BF98-FD09C9576A12}" type="datetime1">
              <a:rPr lang="de-DE" smtClean="0"/>
              <a:t>24.04.2025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F016CFB8-94C7-8342-AE16-44CC68AE3215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6B5-51C5-4FE7-B623-37283DCE9607}" type="datetime1">
              <a:rPr lang="de-DE" smtClean="0"/>
              <a:t>24.04.2025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86873E8B-5625-A34E-AB1D-17DCC1E3BC34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31108-9016-4212-8567-2FCA934A2626}" type="datetime1">
              <a:rPr lang="de-DE" smtClean="0"/>
              <a:t>24.04.2025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EF4EF544-D00E-E040-834B-1AB2DC675130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chteck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chteck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chteck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hteck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Abgerundetes Rechteck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Abgerundetes Rechteck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chteck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6" name="Rechteck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7" name="Rechteck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chteck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chteck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chteck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de-DE"/>
              <a:t>Textmasterformat bearbeiten</a:t>
            </a:r>
          </a:p>
          <a:p>
            <a:pPr lvl="1" eaLnBrk="1" latinLnBrk="0" hangingPunct="1"/>
            <a:r>
              <a:rPr kumimoji="0" lang="de-DE"/>
              <a:t>Zweite Ebene</a:t>
            </a:r>
          </a:p>
          <a:p>
            <a:pPr lvl="2" eaLnBrk="1" latinLnBrk="0" hangingPunct="1"/>
            <a:r>
              <a:rPr kumimoji="0" lang="de-DE"/>
              <a:t>Dritte Ebene</a:t>
            </a:r>
          </a:p>
          <a:p>
            <a:pPr lvl="3" eaLnBrk="1" latinLnBrk="0" hangingPunct="1"/>
            <a:r>
              <a:rPr kumimoji="0" lang="de-DE"/>
              <a:t>Vierte Ebene</a:t>
            </a:r>
          </a:p>
          <a:p>
            <a:pPr lvl="4" eaLnBrk="1" latinLnBrk="0" hangingPunct="1"/>
            <a:r>
              <a:rPr kumimoji="0" lang="de-DE"/>
              <a:t>Fünfte Ebene</a:t>
            </a:r>
            <a:endParaRPr kumimoji="0" lang="en-US"/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D83A9F74-EE4C-49D6-9661-C67699B6A199}" type="datetime1">
              <a:rPr lang="de-DE" smtClean="0"/>
              <a:t>24.04.2025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407369" y="404664"/>
            <a:ext cx="5688631" cy="257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de-DE" sz="2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Audiodeskription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de-DE" sz="1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Usability-Studien zur Audiodeskription –</a:t>
            </a:r>
          </a:p>
          <a:p>
            <a:pPr>
              <a:lnSpc>
                <a:spcPct val="150000"/>
              </a:lnSpc>
              <a:defRPr/>
            </a:pPr>
            <a:endParaRPr lang="de-DE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de-DE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06.05. / 07.05.2025</a:t>
            </a: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de-DE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Projektgruppe</a:t>
            </a: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35360" y="4293096"/>
            <a:ext cx="4608512" cy="2160240"/>
          </a:xfrm>
        </p:spPr>
        <p:txBody>
          <a:bodyPr rtlCol="0"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de-DE" sz="1400" u="sng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Referenten</a:t>
            </a:r>
          </a:p>
          <a:p>
            <a:pPr>
              <a:lnSpc>
                <a:spcPct val="150000"/>
              </a:lnSpc>
              <a:defRPr/>
            </a:pPr>
            <a:r>
              <a:rPr lang="de-DE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Mustermann, Max</a:t>
            </a:r>
          </a:p>
          <a:p>
            <a:pPr>
              <a:lnSpc>
                <a:spcPct val="150000"/>
              </a:lnSpc>
              <a:defRPr/>
            </a:pPr>
            <a:r>
              <a:rPr lang="de-DE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Musterfrau, Mona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041DD58-48B2-5F4E-9AFE-53178492BD0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40216" y="5688429"/>
            <a:ext cx="3841846" cy="941380"/>
          </a:xfrm>
          <a:prstGeom prst="rect">
            <a:avLst/>
          </a:prstGeom>
        </p:spPr>
      </p:pic>
      <p:pic>
        <p:nvPicPr>
          <p:cNvPr id="8" name="Grafik 7" descr="Ein Bild, das Screenshot, Raum, Kreis, Licht enthält.">
            <a:extLst>
              <a:ext uri="{FF2B5EF4-FFF2-40B4-BE49-F238E27FC236}">
                <a16:creationId xmlns:a16="http://schemas.microsoft.com/office/drawing/2014/main" id="{103C4555-7478-07A5-16DE-0B2DFD3198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096000" cy="37080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B9EBFDA2-089E-4B05-54A9-EA7E4905ABF5}"/>
              </a:ext>
            </a:extLst>
          </p:cNvPr>
          <p:cNvSpPr/>
          <p:nvPr/>
        </p:nvSpPr>
        <p:spPr>
          <a:xfrm>
            <a:off x="6096000" y="0"/>
            <a:ext cx="6096000" cy="3686400"/>
          </a:xfrm>
          <a:prstGeom prst="rect">
            <a:avLst/>
          </a:prstGeom>
          <a:solidFill>
            <a:srgbClr val="42445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09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AEEA5-AD1F-0E8D-3F3A-45518C44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D99FF903-395B-86B0-FF15-CA707FA86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fld>
            <a:endParaRPr lang="de-DE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8681B37-C29A-B7BC-202F-1CCF873BD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1865149"/>
            <a:ext cx="1653017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Agenda Punkt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…​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 Agenda Punkt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90B9A6A-8FDF-C676-74F4-EF6191481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112" y="1865149"/>
            <a:ext cx="1646605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​4️⃣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de-DE" altLang="de-DE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>
              <a:buNone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5️⃣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5</a:t>
            </a:r>
            <a:endParaRPr lang="de-DE"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6️⃣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6</a:t>
            </a:r>
            <a:endParaRPr lang="de-DE"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Pfeil: Fünfeck 10">
            <a:extLst>
              <a:ext uri="{FF2B5EF4-FFF2-40B4-BE49-F238E27FC236}">
                <a16:creationId xmlns:a16="http://schemas.microsoft.com/office/drawing/2014/main" id="{80C701F5-8F51-7B03-F27D-7409A90DEF57}"/>
              </a:ext>
            </a:extLst>
          </p:cNvPr>
          <p:cNvSpPr/>
          <p:nvPr/>
        </p:nvSpPr>
        <p:spPr>
          <a:xfrm>
            <a:off x="551384" y="980728"/>
            <a:ext cx="1763688" cy="360040"/>
          </a:xfrm>
          <a:prstGeom prst="homePlate">
            <a:avLst/>
          </a:prstGeom>
          <a:solidFill>
            <a:srgbClr val="4380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925613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Punkt1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92477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645B671B-5453-8EA0-AE15-7AA87175B5C7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47155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43">
            <a:extLst>
              <a:ext uri="{FF2B5EF4-FFF2-40B4-BE49-F238E27FC236}">
                <a16:creationId xmlns:a16="http://schemas.microsoft.com/office/drawing/2014/main" id="{D0C400BB-09BD-3E17-70A5-06A821838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210767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itel 1">
            <a:extLst>
              <a:ext uri="{FF2B5EF4-FFF2-40B4-BE49-F238E27FC236}">
                <a16:creationId xmlns:a16="http://schemas.microsoft.com/office/drawing/2014/main" id="{71ECED2B-BEDC-4033-205E-E54D660F8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Punkt 2</a:t>
            </a:r>
            <a:endParaRPr lang="de-DE" sz="2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0410248-A5CC-F9DF-2194-2F576F39169E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148771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5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236246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itel 1">
            <a:extLst>
              <a:ext uri="{FF2B5EF4-FFF2-40B4-BE49-F238E27FC236}">
                <a16:creationId xmlns:a16="http://schemas.microsoft.com/office/drawing/2014/main" id="{91CBE2C3-755A-EAB2-FF90-759C22CF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lang="de-DE" altLang="de-DE" sz="2000">
                <a:latin typeface="Arial" panose="020B0604020202020204" pitchFamily="34" charset="0"/>
                <a:cs typeface="Arial" panose="020B0604020202020204" pitchFamily="34" charset="0"/>
              </a:rPr>
              <a:t>3️⃣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3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648057C-98BB-A2AF-FE16-8D06F2216C13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1068059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536304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de-DE" sz="16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itel 1">
            <a:extLst>
              <a:ext uri="{FF2B5EF4-FFF2-40B4-BE49-F238E27FC236}">
                <a16:creationId xmlns:a16="http://schemas.microsoft.com/office/drawing/2014/main" id="{CC429978-3636-4B4A-B4C7-6C0315F97873}"/>
              </a:ext>
            </a:extLst>
          </p:cNvPr>
          <p:cNvSpPr txBox="1">
            <a:spLocks/>
          </p:cNvSpPr>
          <p:nvPr/>
        </p:nvSpPr>
        <p:spPr>
          <a:xfrm>
            <a:off x="0" y="476672"/>
            <a:ext cx="12191998" cy="5760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de-DE" altLang="de-DE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4</a:t>
            </a:r>
            <a:endParaRPr lang="de-DE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E431BF7-E73B-C3F4-DD72-1668BB7C37AA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3042659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621214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de-DE" sz="16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itel 1">
            <a:extLst>
              <a:ext uri="{FF2B5EF4-FFF2-40B4-BE49-F238E27FC236}">
                <a16:creationId xmlns:a16="http://schemas.microsoft.com/office/drawing/2014/main" id="{CC429978-3636-4B4A-B4C7-6C0315F97873}"/>
              </a:ext>
            </a:extLst>
          </p:cNvPr>
          <p:cNvSpPr txBox="1">
            <a:spLocks/>
          </p:cNvSpPr>
          <p:nvPr/>
        </p:nvSpPr>
        <p:spPr>
          <a:xfrm>
            <a:off x="0" y="476672"/>
            <a:ext cx="12191998" cy="5760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de-DE" sz="2000">
                <a:latin typeface="Arial" panose="020B0604020202020204" pitchFamily="34" charset="0"/>
                <a:cs typeface="Arial" panose="020B0604020202020204" pitchFamily="34" charset="0"/>
              </a:rPr>
              <a:t>5️⃣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5</a:t>
            </a:r>
            <a:endParaRPr lang="de-DE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599820A-AD65-BBB1-AB31-2372787A9443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777435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688288" y="0"/>
            <a:ext cx="1772448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8</a:t>
            </a:fld>
            <a:endParaRPr lang="de-DE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619535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itel 1">
            <a:extLst>
              <a:ext uri="{FF2B5EF4-FFF2-40B4-BE49-F238E27FC236}">
                <a16:creationId xmlns:a16="http://schemas.microsoft.com/office/drawing/2014/main" id="{AD18ADAA-B318-9D41-A82D-BC6358346B90}"/>
              </a:ext>
            </a:extLst>
          </p:cNvPr>
          <p:cNvSpPr txBox="1">
            <a:spLocks/>
          </p:cNvSpPr>
          <p:nvPr/>
        </p:nvSpPr>
        <p:spPr>
          <a:xfrm>
            <a:off x="0" y="476672"/>
            <a:ext cx="12191998" cy="5760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de-DE" sz="2000">
                <a:latin typeface="Arial" panose="020B0604020202020204" pitchFamily="34" charset="0"/>
                <a:cs typeface="Arial" panose="020B0604020202020204" pitchFamily="34" charset="0"/>
              </a:rPr>
              <a:t>6️⃣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6</a:t>
            </a:r>
            <a:endParaRPr lang="de-DE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10B89CF-0B5E-B430-BD36-EB4867F7A460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3973183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hea">
  <a:themeElements>
    <a:clrScheme name="Rhea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Rhea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Rhe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0</TotalTime>
  <Words>198</Words>
  <Application>Microsoft Office PowerPoint</Application>
  <PresentationFormat>Breitbild</PresentationFormat>
  <Paragraphs>145</Paragraphs>
  <Slides>8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6" baseType="lpstr">
      <vt:lpstr>Arial</vt:lpstr>
      <vt:lpstr>Calibri</vt:lpstr>
      <vt:lpstr>Georgia</vt:lpstr>
      <vt:lpstr>Trebuchet MS</vt:lpstr>
      <vt:lpstr>Verdana</vt:lpstr>
      <vt:lpstr>Wingdings</vt:lpstr>
      <vt:lpstr>Wingdings 2</vt:lpstr>
      <vt:lpstr>Rhea</vt:lpstr>
      <vt:lpstr>PowerPoint-Präsentation</vt:lpstr>
      <vt:lpstr>PowerPoint-Präsentation</vt:lpstr>
      <vt:lpstr>1️⃣ Punkt1</vt:lpstr>
      <vt:lpstr>2️⃣ Punkt 2</vt:lpstr>
      <vt:lpstr>3️⃣ Punkt 3</vt:lpstr>
      <vt:lpstr>PowerPoint-Präsentation</vt:lpstr>
      <vt:lpstr>PowerPoint-Präsentation</vt:lpstr>
      <vt:lpstr>PowerPoint-Präsentation</vt:lpstr>
    </vt:vector>
  </TitlesOfParts>
  <Company>Elster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Balczukat, Phil</dc:creator>
  <cp:lastModifiedBy>Dietmar Ysop</cp:lastModifiedBy>
  <cp:revision>439</cp:revision>
  <dcterms:created xsi:type="dcterms:W3CDTF">2012-01-31T07:49:28Z</dcterms:created>
  <dcterms:modified xsi:type="dcterms:W3CDTF">2025-04-24T09:14:02Z</dcterms:modified>
</cp:coreProperties>
</file>
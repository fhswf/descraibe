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1"/>
  </p:sldMasterIdLst>
  <p:notesMasterIdLst>
    <p:notesMasterId r:id="rId17"/>
  </p:notesMasterIdLst>
  <p:sldIdLst>
    <p:sldId id="293" r:id="rId2"/>
    <p:sldId id="256" r:id="rId3"/>
    <p:sldId id="287" r:id="rId4"/>
    <p:sldId id="266" r:id="rId5"/>
    <p:sldId id="288" r:id="rId6"/>
    <p:sldId id="294" r:id="rId7"/>
    <p:sldId id="291" r:id="rId8"/>
    <p:sldId id="292" r:id="rId9"/>
    <p:sldId id="283" r:id="rId10"/>
    <p:sldId id="289" r:id="rId11"/>
    <p:sldId id="290" r:id="rId12"/>
    <p:sldId id="275" r:id="rId13"/>
    <p:sldId id="271" r:id="rId14"/>
    <p:sldId id="285"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38086"/>
    <a:srgbClr val="488A88"/>
    <a:srgbClr val="424456"/>
    <a:srgbClr val="F6DC40"/>
    <a:srgbClr val="FFFF4F"/>
    <a:srgbClr val="C3E74F"/>
    <a:srgbClr val="72AF2F"/>
    <a:srgbClr val="5A8B25"/>
    <a:srgbClr val="FD2F2F"/>
    <a:srgbClr val="0025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935" autoAdjust="0"/>
    <p:restoredTop sz="86420" autoAdjust="0"/>
  </p:normalViewPr>
  <p:slideViewPr>
    <p:cSldViewPr>
      <p:cViewPr varScale="1">
        <p:scale>
          <a:sx n="128" d="100"/>
          <a:sy n="128" d="100"/>
        </p:scale>
        <p:origin x="616" y="30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5CE451F-3E05-4335-B799-31A1CA24BC8E}" type="datetimeFigureOut">
              <a:rPr lang="de-DE" smtClean="0"/>
              <a:t>26.04.2025</a:t>
            </a:fld>
            <a:endParaRPr lang="de-DE"/>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9BF85D8-A6AA-4CB5-A30A-03B8A365335B}" type="slidenum">
              <a:rPr lang="de-DE" smtClean="0"/>
              <a:t>‹Nr.›</a:t>
            </a:fld>
            <a:endParaRPr lang="de-DE"/>
          </a:p>
        </p:txBody>
      </p:sp>
    </p:spTree>
    <p:extLst>
      <p:ext uri="{BB962C8B-B14F-4D97-AF65-F5344CB8AC3E}">
        <p14:creationId xmlns:p14="http://schemas.microsoft.com/office/powerpoint/2010/main" val="18058331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Prof. Gawron</a:t>
            </a:r>
          </a:p>
        </p:txBody>
      </p:sp>
      <p:sp>
        <p:nvSpPr>
          <p:cNvPr id="4" name="Foliennummernplatzhalter 3"/>
          <p:cNvSpPr>
            <a:spLocks noGrp="1"/>
          </p:cNvSpPr>
          <p:nvPr>
            <p:ph type="sldNum" sz="quarter" idx="5"/>
          </p:nvPr>
        </p:nvSpPr>
        <p:spPr/>
        <p:txBody>
          <a:bodyPr/>
          <a:lstStyle/>
          <a:p>
            <a:fld id="{D9BF85D8-A6AA-4CB5-A30A-03B8A365335B}" type="slidenum">
              <a:rPr lang="de-DE" smtClean="0"/>
              <a:t>1</a:t>
            </a:fld>
            <a:endParaRPr lang="de-DE"/>
          </a:p>
        </p:txBody>
      </p:sp>
    </p:spTree>
    <p:extLst>
      <p:ext uri="{BB962C8B-B14F-4D97-AF65-F5344CB8AC3E}">
        <p14:creationId xmlns:p14="http://schemas.microsoft.com/office/powerpoint/2010/main" val="25625327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tx1"/>
                </a:solidFill>
                <a:effectLst/>
                <a:latin typeface="+mn-lt"/>
                <a:ea typeface="+mn-ea"/>
                <a:cs typeface="+mn-cs"/>
              </a:rPr>
              <a:t>Dietmar</a:t>
            </a:r>
          </a:p>
        </p:txBody>
      </p:sp>
      <p:sp>
        <p:nvSpPr>
          <p:cNvPr id="4" name="Foliennummernplatzhalter 3"/>
          <p:cNvSpPr>
            <a:spLocks noGrp="1"/>
          </p:cNvSpPr>
          <p:nvPr>
            <p:ph type="sldNum" sz="quarter" idx="10"/>
          </p:nvPr>
        </p:nvSpPr>
        <p:spPr/>
        <p:txBody>
          <a:bodyPr/>
          <a:lstStyle/>
          <a:p>
            <a:fld id="{D9BF85D8-A6AA-4CB5-A30A-03B8A365335B}" type="slidenum">
              <a:rPr lang="de-DE" smtClean="0"/>
              <a:t>4</a:t>
            </a:fld>
            <a:endParaRPr lang="de-DE"/>
          </a:p>
        </p:txBody>
      </p:sp>
    </p:spTree>
    <p:extLst>
      <p:ext uri="{BB962C8B-B14F-4D97-AF65-F5344CB8AC3E}">
        <p14:creationId xmlns:p14="http://schemas.microsoft.com/office/powerpoint/2010/main" val="20597878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18972-BEB8-AC5B-4D01-183EAD28684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5FB2332-2126-64A4-0D11-76AB5EF67E94}"/>
              </a:ext>
            </a:extLst>
          </p:cNvPr>
          <p:cNvSpPr>
            <a:spLocks noGrp="1" noRot="1" noChangeAspect="1"/>
          </p:cNvSpPr>
          <p:nvPr>
            <p:ph type="sldImg"/>
          </p:nvPr>
        </p:nvSpPr>
        <p:spPr>
          <a:xfrm>
            <a:off x="381000" y="685800"/>
            <a:ext cx="6096000" cy="3429000"/>
          </a:xfrm>
        </p:spPr>
      </p:sp>
      <p:sp>
        <p:nvSpPr>
          <p:cNvPr id="3" name="Notizenplatzhalter 2">
            <a:extLst>
              <a:ext uri="{FF2B5EF4-FFF2-40B4-BE49-F238E27FC236}">
                <a16:creationId xmlns:a16="http://schemas.microsoft.com/office/drawing/2014/main" id="{47DE7B2D-DCFC-991F-ADD9-A7093B6173E4}"/>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tx1"/>
                </a:solidFill>
                <a:effectLst/>
                <a:latin typeface="+mn-lt"/>
                <a:ea typeface="+mn-ea"/>
                <a:cs typeface="+mn-cs"/>
              </a:rPr>
              <a:t>Dietmar</a:t>
            </a:r>
          </a:p>
        </p:txBody>
      </p:sp>
      <p:sp>
        <p:nvSpPr>
          <p:cNvPr id="4" name="Foliennummernplatzhalter 3">
            <a:extLst>
              <a:ext uri="{FF2B5EF4-FFF2-40B4-BE49-F238E27FC236}">
                <a16:creationId xmlns:a16="http://schemas.microsoft.com/office/drawing/2014/main" id="{14EFC046-3875-49D8-8DC7-0DAA46C11E3A}"/>
              </a:ext>
            </a:extLst>
          </p:cNvPr>
          <p:cNvSpPr>
            <a:spLocks noGrp="1"/>
          </p:cNvSpPr>
          <p:nvPr>
            <p:ph type="sldNum" sz="quarter" idx="10"/>
          </p:nvPr>
        </p:nvSpPr>
        <p:spPr/>
        <p:txBody>
          <a:bodyPr/>
          <a:lstStyle/>
          <a:p>
            <a:fld id="{D9BF85D8-A6AA-4CB5-A30A-03B8A365335B}" type="slidenum">
              <a:rPr lang="de-DE" smtClean="0"/>
              <a:t>5</a:t>
            </a:fld>
            <a:endParaRPr lang="de-DE"/>
          </a:p>
        </p:txBody>
      </p:sp>
    </p:spTree>
    <p:extLst>
      <p:ext uri="{BB962C8B-B14F-4D97-AF65-F5344CB8AC3E}">
        <p14:creationId xmlns:p14="http://schemas.microsoft.com/office/powerpoint/2010/main" val="14212169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907B5-5FD0-F663-C389-FC776413E39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47E50C8-A1AF-3F40-F364-B4AD48F65BB0}"/>
              </a:ext>
            </a:extLst>
          </p:cNvPr>
          <p:cNvSpPr>
            <a:spLocks noGrp="1" noRot="1" noChangeAspect="1"/>
          </p:cNvSpPr>
          <p:nvPr>
            <p:ph type="sldImg"/>
          </p:nvPr>
        </p:nvSpPr>
        <p:spPr>
          <a:xfrm>
            <a:off x="381000" y="685800"/>
            <a:ext cx="6096000" cy="3429000"/>
          </a:xfrm>
        </p:spPr>
      </p:sp>
      <p:sp>
        <p:nvSpPr>
          <p:cNvPr id="3" name="Notizenplatzhalter 2">
            <a:extLst>
              <a:ext uri="{FF2B5EF4-FFF2-40B4-BE49-F238E27FC236}">
                <a16:creationId xmlns:a16="http://schemas.microsoft.com/office/drawing/2014/main" id="{344F8741-73C5-9CBA-8989-8DDE51DE4082}"/>
              </a:ext>
            </a:extLst>
          </p:cNvPr>
          <p:cNvSpPr>
            <a:spLocks noGrp="1"/>
          </p:cNvSpPr>
          <p:nvPr>
            <p:ph type="body" idx="1"/>
          </p:nvPr>
        </p:nvSpPr>
        <p:spPr/>
        <p:txBody>
          <a:bodyPr/>
          <a:lstStyle/>
          <a:p>
            <a:r>
              <a:rPr lang="de-DE" sz="1200" b="1" kern="1200" dirty="0">
                <a:solidFill>
                  <a:schemeClr val="tx1"/>
                </a:solidFill>
                <a:effectLst/>
                <a:latin typeface="+mn-lt"/>
                <a:ea typeface="+mn-ea"/>
                <a:cs typeface="+mn-cs"/>
              </a:rPr>
              <a:t>Claus-Peter</a:t>
            </a:r>
          </a:p>
          <a:p>
            <a:endParaRPr lang="de-DE" sz="1200" b="1" kern="1200" dirty="0">
              <a:solidFill>
                <a:schemeClr val="tx1"/>
              </a:solidFill>
              <a:effectLst/>
              <a:latin typeface="+mn-lt"/>
              <a:ea typeface="+mn-ea"/>
              <a:cs typeface="+mn-cs"/>
            </a:endParaRPr>
          </a:p>
          <a:p>
            <a:r>
              <a:rPr lang="de-DE" sz="1200" b="1" kern="1200" dirty="0">
                <a:solidFill>
                  <a:schemeClr val="tx1"/>
                </a:solidFill>
                <a:effectLst/>
                <a:latin typeface="+mn-lt"/>
                <a:ea typeface="+mn-ea"/>
                <a:cs typeface="+mn-cs"/>
              </a:rPr>
              <a:t>Zero-Shot-Prompts:</a:t>
            </a:r>
            <a:r>
              <a:rPr lang="de-DE" sz="1200" b="0" kern="1200" dirty="0">
                <a:solidFill>
                  <a:schemeClr val="tx1"/>
                </a:solidFill>
                <a:effectLst/>
                <a:latin typeface="+mn-lt"/>
                <a:ea typeface="+mn-ea"/>
                <a:cs typeface="+mn-cs"/>
              </a:rPr>
              <a:t> Bei dieser Methode werden in das LLM nur ein Prompt eingegeben, der die Aufgabe beschreibt, und keine zusätzlichen Daten. Wenn das LLM z. B. eine Frage beantworten soll, geben Sie einfach „Was ist Prompt-Design?“ ein.</a:t>
            </a:r>
          </a:p>
          <a:p>
            <a:r>
              <a:rPr lang="de-DE" sz="1200" b="1" kern="1200" dirty="0" err="1">
                <a:solidFill>
                  <a:schemeClr val="tx1"/>
                </a:solidFill>
                <a:effectLst/>
                <a:latin typeface="+mn-lt"/>
                <a:ea typeface="+mn-ea"/>
                <a:cs typeface="+mn-cs"/>
              </a:rPr>
              <a:t>One</a:t>
            </a:r>
            <a:r>
              <a:rPr lang="de-DE" sz="1200" b="1" kern="1200" dirty="0">
                <a:solidFill>
                  <a:schemeClr val="tx1"/>
                </a:solidFill>
                <a:effectLst/>
                <a:latin typeface="+mn-lt"/>
                <a:ea typeface="+mn-ea"/>
                <a:cs typeface="+mn-cs"/>
              </a:rPr>
              <a:t>-Shot-Prompts:</a:t>
            </a:r>
            <a:r>
              <a:rPr lang="de-DE" sz="1200" b="0" kern="1200" dirty="0">
                <a:solidFill>
                  <a:schemeClr val="tx1"/>
                </a:solidFill>
                <a:effectLst/>
                <a:latin typeface="+mn-lt"/>
                <a:ea typeface="+mn-ea"/>
                <a:cs typeface="+mn-cs"/>
              </a:rPr>
              <a:t> Bei dieser Methode wird ein einzelnes Beispiel der Aufgabe, die das LLM ausführen soll, eingegeben. Wenn das LLM z. B. ein Gedicht schreiben soll, geben Sie ein einzelnes Beispielgedicht ein.</a:t>
            </a:r>
          </a:p>
          <a:p>
            <a:r>
              <a:rPr lang="de-DE" sz="1200" b="1" kern="1200" dirty="0" err="1">
                <a:solidFill>
                  <a:schemeClr val="tx1"/>
                </a:solidFill>
                <a:effectLst/>
                <a:latin typeface="+mn-lt"/>
                <a:ea typeface="+mn-ea"/>
                <a:cs typeface="+mn-cs"/>
              </a:rPr>
              <a:t>Few</a:t>
            </a:r>
            <a:r>
              <a:rPr lang="de-DE" sz="1200" b="1" kern="1200" dirty="0">
                <a:solidFill>
                  <a:schemeClr val="tx1"/>
                </a:solidFill>
                <a:effectLst/>
                <a:latin typeface="+mn-lt"/>
                <a:ea typeface="+mn-ea"/>
                <a:cs typeface="+mn-cs"/>
              </a:rPr>
              <a:t>-Shot-Prompts:</a:t>
            </a:r>
            <a:r>
              <a:rPr lang="de-DE" sz="1200" b="0" kern="1200" dirty="0">
                <a:solidFill>
                  <a:schemeClr val="tx1"/>
                </a:solidFill>
                <a:effectLst/>
                <a:latin typeface="+mn-lt"/>
                <a:ea typeface="+mn-ea"/>
                <a:cs typeface="+mn-cs"/>
              </a:rPr>
              <a:t> Bei dieser Methode werden einige wenige Beispiele der Aufgabe, die das LLM ausführen soll, eingegeben. Wenn das LLM z. B. einen Nachrichtenartikel schreiben soll, können Sie beispielsweise einige Nachrichtenartikel einspeisen.</a:t>
            </a:r>
          </a:p>
        </p:txBody>
      </p:sp>
      <p:sp>
        <p:nvSpPr>
          <p:cNvPr id="4" name="Foliennummernplatzhalter 3">
            <a:extLst>
              <a:ext uri="{FF2B5EF4-FFF2-40B4-BE49-F238E27FC236}">
                <a16:creationId xmlns:a16="http://schemas.microsoft.com/office/drawing/2014/main" id="{04E70442-B291-895B-5C43-3C15B576587C}"/>
              </a:ext>
            </a:extLst>
          </p:cNvPr>
          <p:cNvSpPr>
            <a:spLocks noGrp="1"/>
          </p:cNvSpPr>
          <p:nvPr>
            <p:ph type="sldNum" sz="quarter" idx="10"/>
          </p:nvPr>
        </p:nvSpPr>
        <p:spPr/>
        <p:txBody>
          <a:bodyPr/>
          <a:lstStyle/>
          <a:p>
            <a:fld id="{D9BF85D8-A6AA-4CB5-A30A-03B8A365335B}" type="slidenum">
              <a:rPr lang="de-DE" smtClean="0"/>
              <a:t>6</a:t>
            </a:fld>
            <a:endParaRPr lang="de-DE"/>
          </a:p>
        </p:txBody>
      </p:sp>
    </p:spTree>
    <p:extLst>
      <p:ext uri="{BB962C8B-B14F-4D97-AF65-F5344CB8AC3E}">
        <p14:creationId xmlns:p14="http://schemas.microsoft.com/office/powerpoint/2010/main" val="36118536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r>
              <a:rPr lang="de-DE" sz="1200" b="1" kern="1200" dirty="0">
                <a:solidFill>
                  <a:schemeClr val="tx1"/>
                </a:solidFill>
                <a:effectLst/>
                <a:latin typeface="+mn-lt"/>
                <a:ea typeface="+mn-ea"/>
                <a:cs typeface="+mn-cs"/>
              </a:rPr>
              <a:t>Claus-Peter</a:t>
            </a:r>
          </a:p>
          <a:p>
            <a:r>
              <a:rPr lang="de-DE" sz="1200" b="1" kern="1200" dirty="0">
                <a:solidFill>
                  <a:schemeClr val="tx1"/>
                </a:solidFill>
                <a:effectLst/>
                <a:latin typeface="+mn-lt"/>
                <a:ea typeface="+mn-ea"/>
                <a:cs typeface="+mn-cs"/>
              </a:rPr>
              <a:t>Preise: https://cloud.google.com/vision?hl=de#high-precision-visual-inspection</a:t>
            </a:r>
          </a:p>
        </p:txBody>
      </p:sp>
      <p:sp>
        <p:nvSpPr>
          <p:cNvPr id="4" name="Foliennummernplatzhalter 3"/>
          <p:cNvSpPr>
            <a:spLocks noGrp="1"/>
          </p:cNvSpPr>
          <p:nvPr>
            <p:ph type="sldNum" sz="quarter" idx="10"/>
          </p:nvPr>
        </p:nvSpPr>
        <p:spPr/>
        <p:txBody>
          <a:bodyPr/>
          <a:lstStyle/>
          <a:p>
            <a:fld id="{D9BF85D8-A6AA-4CB5-A30A-03B8A365335B}" type="slidenum">
              <a:rPr lang="de-DE" smtClean="0"/>
              <a:t>7</a:t>
            </a:fld>
            <a:endParaRPr lang="de-DE"/>
          </a:p>
        </p:txBody>
      </p:sp>
    </p:spTree>
    <p:extLst>
      <p:ext uri="{BB962C8B-B14F-4D97-AF65-F5344CB8AC3E}">
        <p14:creationId xmlns:p14="http://schemas.microsoft.com/office/powerpoint/2010/main" val="20597878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b="1" kern="1200" dirty="0">
                <a:solidFill>
                  <a:schemeClr val="tx1"/>
                </a:solidFill>
                <a:effectLst/>
                <a:latin typeface="+mn-lt"/>
                <a:ea typeface="+mn-ea"/>
                <a:cs typeface="+mn-cs"/>
              </a:rPr>
              <a:t>Claus-Peter</a:t>
            </a:r>
          </a:p>
          <a:p>
            <a:endParaRPr lang="de-DE" dirty="0"/>
          </a:p>
        </p:txBody>
      </p:sp>
      <p:sp>
        <p:nvSpPr>
          <p:cNvPr id="4" name="Foliennummernplatzhalter 3"/>
          <p:cNvSpPr>
            <a:spLocks noGrp="1"/>
          </p:cNvSpPr>
          <p:nvPr>
            <p:ph type="sldNum" sz="quarter" idx="5"/>
          </p:nvPr>
        </p:nvSpPr>
        <p:spPr/>
        <p:txBody>
          <a:bodyPr/>
          <a:lstStyle/>
          <a:p>
            <a:fld id="{D9BF85D8-A6AA-4CB5-A30A-03B8A365335B}" type="slidenum">
              <a:rPr lang="de-DE" smtClean="0"/>
              <a:t>8</a:t>
            </a:fld>
            <a:endParaRPr lang="de-DE"/>
          </a:p>
        </p:txBody>
      </p:sp>
    </p:spTree>
    <p:extLst>
      <p:ext uri="{BB962C8B-B14F-4D97-AF65-F5344CB8AC3E}">
        <p14:creationId xmlns:p14="http://schemas.microsoft.com/office/powerpoint/2010/main" val="2221942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tx1"/>
                </a:solidFill>
                <a:effectLst/>
                <a:latin typeface="+mn-lt"/>
                <a:ea typeface="+mn-ea"/>
                <a:cs typeface="+mn-cs"/>
              </a:rPr>
              <a:t>Larissa</a:t>
            </a:r>
          </a:p>
        </p:txBody>
      </p:sp>
      <p:sp>
        <p:nvSpPr>
          <p:cNvPr id="4" name="Foliennummernplatzhalter 3"/>
          <p:cNvSpPr>
            <a:spLocks noGrp="1"/>
          </p:cNvSpPr>
          <p:nvPr>
            <p:ph type="sldNum" sz="quarter" idx="10"/>
          </p:nvPr>
        </p:nvSpPr>
        <p:spPr/>
        <p:txBody>
          <a:bodyPr/>
          <a:lstStyle/>
          <a:p>
            <a:fld id="{D9BF85D8-A6AA-4CB5-A30A-03B8A365335B}" type="slidenum">
              <a:rPr lang="de-DE" smtClean="0"/>
              <a:t>12</a:t>
            </a:fld>
            <a:endParaRPr lang="de-DE"/>
          </a:p>
        </p:txBody>
      </p:sp>
    </p:spTree>
    <p:extLst>
      <p:ext uri="{BB962C8B-B14F-4D97-AF65-F5344CB8AC3E}">
        <p14:creationId xmlns:p14="http://schemas.microsoft.com/office/powerpoint/2010/main" val="21837869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tx1"/>
                </a:solidFill>
                <a:effectLst/>
                <a:latin typeface="+mn-lt"/>
                <a:ea typeface="+mn-ea"/>
                <a:cs typeface="+mn-cs"/>
              </a:rPr>
              <a:t>Phil</a:t>
            </a:r>
          </a:p>
        </p:txBody>
      </p:sp>
      <p:sp>
        <p:nvSpPr>
          <p:cNvPr id="4" name="Foliennummernplatzhalter 3"/>
          <p:cNvSpPr>
            <a:spLocks noGrp="1"/>
          </p:cNvSpPr>
          <p:nvPr>
            <p:ph type="sldNum" sz="quarter" idx="10"/>
          </p:nvPr>
        </p:nvSpPr>
        <p:spPr/>
        <p:txBody>
          <a:bodyPr/>
          <a:lstStyle/>
          <a:p>
            <a:fld id="{D9BF85D8-A6AA-4CB5-A30A-03B8A365335B}" type="slidenum">
              <a:rPr lang="de-DE" smtClean="0"/>
              <a:t>13</a:t>
            </a:fld>
            <a:endParaRPr lang="de-DE"/>
          </a:p>
        </p:txBody>
      </p:sp>
    </p:spTree>
    <p:extLst>
      <p:ext uri="{BB962C8B-B14F-4D97-AF65-F5344CB8AC3E}">
        <p14:creationId xmlns:p14="http://schemas.microsoft.com/office/powerpoint/2010/main" val="24766953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tx1"/>
                </a:solidFill>
                <a:effectLst/>
                <a:latin typeface="+mn-lt"/>
                <a:ea typeface="+mn-ea"/>
                <a:cs typeface="+mn-cs"/>
              </a:rPr>
              <a:t>Phil</a:t>
            </a:r>
          </a:p>
        </p:txBody>
      </p:sp>
      <p:sp>
        <p:nvSpPr>
          <p:cNvPr id="4" name="Foliennummernplatzhalter 3"/>
          <p:cNvSpPr>
            <a:spLocks noGrp="1"/>
          </p:cNvSpPr>
          <p:nvPr>
            <p:ph type="sldNum" sz="quarter" idx="10"/>
          </p:nvPr>
        </p:nvSpPr>
        <p:spPr/>
        <p:txBody>
          <a:bodyPr/>
          <a:lstStyle/>
          <a:p>
            <a:fld id="{D9BF85D8-A6AA-4CB5-A30A-03B8A365335B}" type="slidenum">
              <a:rPr lang="de-DE" smtClean="0"/>
              <a:t>14</a:t>
            </a:fld>
            <a:endParaRPr lang="de-DE"/>
          </a:p>
        </p:txBody>
      </p:sp>
    </p:spTree>
    <p:extLst>
      <p:ext uri="{BB962C8B-B14F-4D97-AF65-F5344CB8AC3E}">
        <p14:creationId xmlns:p14="http://schemas.microsoft.com/office/powerpoint/2010/main" val="38671607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3" name="Rechteck 22"/>
          <p:cNvSpPr/>
          <p:nvPr/>
        </p:nvSpPr>
        <p:spPr>
          <a:xfrm flipV="1">
            <a:off x="7213577" y="3810001"/>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4" name="Rechteck 23"/>
          <p:cNvSpPr/>
          <p:nvPr/>
        </p:nvSpPr>
        <p:spPr>
          <a:xfrm flipV="1">
            <a:off x="7213601" y="3897010"/>
            <a:ext cx="49784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5" name="Rechteck 24"/>
          <p:cNvSpPr/>
          <p:nvPr/>
        </p:nvSpPr>
        <p:spPr>
          <a:xfrm flipV="1">
            <a:off x="7213601" y="4115167"/>
            <a:ext cx="49784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6" name="Rechteck 25"/>
          <p:cNvSpPr/>
          <p:nvPr/>
        </p:nvSpPr>
        <p:spPr>
          <a:xfrm flipV="1">
            <a:off x="7213600" y="4164403"/>
            <a:ext cx="262128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7" name="Rechteck 26"/>
          <p:cNvSpPr/>
          <p:nvPr/>
        </p:nvSpPr>
        <p:spPr>
          <a:xfrm flipV="1">
            <a:off x="7213600" y="4199572"/>
            <a:ext cx="262128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useBgFill="1">
        <p:nvSpPr>
          <p:cNvPr id="30" name="Abgerundetes Rechteck 29"/>
          <p:cNvSpPr/>
          <p:nvPr/>
        </p:nvSpPr>
        <p:spPr bwMode="white">
          <a:xfrm>
            <a:off x="7213600" y="3962400"/>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useBgFill="1">
        <p:nvSpPr>
          <p:cNvPr id="31" name="Abgerundetes Rechteck 30"/>
          <p:cNvSpPr/>
          <p:nvPr/>
        </p:nvSpPr>
        <p:spPr bwMode="white">
          <a:xfrm>
            <a:off x="9835343" y="406098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7" name="Rechteck 6"/>
          <p:cNvSpPr/>
          <p:nvPr/>
        </p:nvSpPr>
        <p:spPr>
          <a:xfrm>
            <a:off x="1" y="3649662"/>
            <a:ext cx="12192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hteck 9"/>
          <p:cNvSpPr/>
          <p:nvPr/>
        </p:nvSpPr>
        <p:spPr>
          <a:xfrm>
            <a:off x="1" y="3675528"/>
            <a:ext cx="12192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1" name="Rechteck 10"/>
          <p:cNvSpPr/>
          <p:nvPr/>
        </p:nvSpPr>
        <p:spPr>
          <a:xfrm flipV="1">
            <a:off x="8552068" y="3643090"/>
            <a:ext cx="3639933"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9" name="Rechteck 18"/>
          <p:cNvSpPr/>
          <p:nvPr/>
        </p:nvSpPr>
        <p:spPr>
          <a:xfrm>
            <a:off x="0" y="0"/>
            <a:ext cx="12192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Titel 7"/>
          <p:cNvSpPr>
            <a:spLocks noGrp="1"/>
          </p:cNvSpPr>
          <p:nvPr>
            <p:ph type="ctrTitle"/>
          </p:nvPr>
        </p:nvSpPr>
        <p:spPr>
          <a:xfrm>
            <a:off x="609600" y="2401888"/>
            <a:ext cx="11277600" cy="1470025"/>
          </a:xfrm>
        </p:spPr>
        <p:txBody>
          <a:bodyPr anchor="b"/>
          <a:lstStyle>
            <a:lvl1pPr>
              <a:defRPr sz="4400">
                <a:solidFill>
                  <a:schemeClr val="bg1"/>
                </a:solidFill>
              </a:defRPr>
            </a:lvl1pPr>
          </a:lstStyle>
          <a:p>
            <a:r>
              <a:rPr kumimoji="0" lang="de-DE"/>
              <a:t>Titelmasterformat durch Klicken bearbeiten</a:t>
            </a:r>
            <a:endParaRPr kumimoji="0" lang="en-US"/>
          </a:p>
        </p:txBody>
      </p:sp>
      <p:sp>
        <p:nvSpPr>
          <p:cNvPr id="9" name="Untertitel 8"/>
          <p:cNvSpPr>
            <a:spLocks noGrp="1"/>
          </p:cNvSpPr>
          <p:nvPr>
            <p:ph type="subTitle" idx="1"/>
          </p:nvPr>
        </p:nvSpPr>
        <p:spPr>
          <a:xfrm>
            <a:off x="609600" y="3899938"/>
            <a:ext cx="6604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de-DE"/>
              <a:t>Formatvorlage des Untertitelmasters durch Klicken bearbeiten</a:t>
            </a:r>
            <a:endParaRPr kumimoji="0" lang="en-US"/>
          </a:p>
        </p:txBody>
      </p:sp>
      <p:sp>
        <p:nvSpPr>
          <p:cNvPr id="28" name="Datumsplatzhalter 27"/>
          <p:cNvSpPr>
            <a:spLocks noGrp="1"/>
          </p:cNvSpPr>
          <p:nvPr>
            <p:ph type="dt" sz="half" idx="10"/>
          </p:nvPr>
        </p:nvSpPr>
        <p:spPr>
          <a:xfrm>
            <a:off x="8940800" y="4206240"/>
            <a:ext cx="1280160" cy="457200"/>
          </a:xfrm>
        </p:spPr>
        <p:txBody>
          <a:bodyPr/>
          <a:lstStyle/>
          <a:p>
            <a:fld id="{12C2D4DF-9C07-4E8A-A9C8-699C3432BB19}" type="datetime1">
              <a:rPr lang="de-DE" smtClean="0"/>
              <a:t>26.04.2025</a:t>
            </a:fld>
            <a:endParaRPr lang="en-US"/>
          </a:p>
        </p:txBody>
      </p:sp>
      <p:sp>
        <p:nvSpPr>
          <p:cNvPr id="17" name="Fußzeilenplatzhalter 16"/>
          <p:cNvSpPr>
            <a:spLocks noGrp="1"/>
          </p:cNvSpPr>
          <p:nvPr>
            <p:ph type="ftr" sz="quarter" idx="11"/>
          </p:nvPr>
        </p:nvSpPr>
        <p:spPr>
          <a:xfrm>
            <a:off x="7213600" y="4205288"/>
            <a:ext cx="1727200" cy="457200"/>
          </a:xfrm>
        </p:spPr>
        <p:txBody>
          <a:bodyPr/>
          <a:lstStyle/>
          <a:p>
            <a:endParaRPr lang="en-US"/>
          </a:p>
        </p:txBody>
      </p:sp>
      <p:sp>
        <p:nvSpPr>
          <p:cNvPr id="29" name="Foliennummernplatzhalter 28"/>
          <p:cNvSpPr>
            <a:spLocks noGrp="1"/>
          </p:cNvSpPr>
          <p:nvPr>
            <p:ph type="sldNum" sz="quarter" idx="12"/>
          </p:nvPr>
        </p:nvSpPr>
        <p:spPr>
          <a:xfrm>
            <a:off x="11093451" y="1136"/>
            <a:ext cx="996949" cy="365760"/>
          </a:xfrm>
        </p:spPr>
        <p:txBody>
          <a:bodyPr/>
          <a:lstStyle>
            <a:lvl1pPr algn="r">
              <a:defRPr sz="1800">
                <a:solidFill>
                  <a:schemeClr val="bg1"/>
                </a:solidFill>
              </a:defRPr>
            </a:lvl1pPr>
          </a:lstStyle>
          <a:p>
            <a:fld id="{9E567595-CCD6-4F78-8F27-840D13ABE7E3}" type="slidenum">
              <a:rPr lang="en-US" smtClean="0"/>
              <a:t>‹Nr.›</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kumimoji="0" lang="de-DE"/>
              <a:t>Titelmasterformat durch Klicken bearbeiten</a:t>
            </a:r>
            <a:endParaRPr kumimoji="0" lang="en-US"/>
          </a:p>
        </p:txBody>
      </p:sp>
      <p:sp>
        <p:nvSpPr>
          <p:cNvPr id="3" name="Inhaltsplatzhalter 2"/>
          <p:cNvSpPr>
            <a:spLocks noGrp="1"/>
          </p:cNvSpPr>
          <p:nvPr>
            <p:ph idx="1"/>
          </p:nvPr>
        </p:nvSpPr>
        <p:spPr/>
        <p:txBody>
          <a:bodyPr/>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a:p>
            <a:pPr lvl="4" eaLnBrk="1" latinLnBrk="0" hangingPunct="1"/>
            <a:r>
              <a:rPr lang="de-DE"/>
              <a:t>Fünfte Ebene</a:t>
            </a:r>
            <a:endParaRPr kumimoji="0" lang="en-US"/>
          </a:p>
        </p:txBody>
      </p:sp>
      <p:sp>
        <p:nvSpPr>
          <p:cNvPr id="4" name="Datumsplatzhalter 3"/>
          <p:cNvSpPr>
            <a:spLocks noGrp="1"/>
          </p:cNvSpPr>
          <p:nvPr>
            <p:ph type="dt" sz="half" idx="10"/>
          </p:nvPr>
        </p:nvSpPr>
        <p:spPr/>
        <p:txBody>
          <a:bodyPr/>
          <a:lstStyle/>
          <a:p>
            <a:fld id="{198E5C24-D96E-4687-A8E5-4115C8070FE3}" type="datetime1">
              <a:rPr lang="de-DE" smtClean="0"/>
              <a:t>26.04.2025</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a:xfrm>
            <a:off x="9418656" y="6391656"/>
            <a:ext cx="2651296" cy="365760"/>
          </a:xfrm>
        </p:spPr>
        <p:txBody>
          <a:bodyPr/>
          <a:lstStyle>
            <a:lvl1pPr>
              <a:defRPr sz="120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lvl1pPr>
          </a:lstStyle>
          <a:p>
            <a:fld id="{08800960-3D65-46F7-85EE-A2D8630D61E5}" type="slidenum">
              <a:rPr lang="en-US" smtClean="0"/>
              <a:pPr/>
              <a:t>‹Nr.›</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963084" y="1981201"/>
            <a:ext cx="103632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de-DE"/>
              <a:t>Titelmasterformat durch Klicken bearbeiten</a:t>
            </a:r>
            <a:endParaRPr kumimoji="0" lang="en-US"/>
          </a:p>
        </p:txBody>
      </p:sp>
      <p:sp>
        <p:nvSpPr>
          <p:cNvPr id="3" name="Textplatzhalter 2"/>
          <p:cNvSpPr>
            <a:spLocks noGrp="1"/>
          </p:cNvSpPr>
          <p:nvPr>
            <p:ph type="body" idx="1"/>
          </p:nvPr>
        </p:nvSpPr>
        <p:spPr>
          <a:xfrm>
            <a:off x="963084" y="3367088"/>
            <a:ext cx="103632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de-DE"/>
              <a:t>Textmasterformat bearbeiten</a:t>
            </a:r>
          </a:p>
        </p:txBody>
      </p:sp>
      <p:sp>
        <p:nvSpPr>
          <p:cNvPr id="4" name="Datumsplatzhalter 3"/>
          <p:cNvSpPr>
            <a:spLocks noGrp="1"/>
          </p:cNvSpPr>
          <p:nvPr>
            <p:ph type="dt" sz="half" idx="10"/>
          </p:nvPr>
        </p:nvSpPr>
        <p:spPr/>
        <p:txBody>
          <a:bodyPr/>
          <a:lstStyle/>
          <a:p>
            <a:fld id="{C455A406-BDB6-48C3-AB72-8B738A1EB34F}" type="datetime1">
              <a:rPr lang="de-DE" smtClean="0"/>
              <a:t>26.04.2025</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08800960-3D65-46F7-85EE-A2D8630D61E5}" type="slidenum">
              <a:rPr lang="en-US" smtClean="0"/>
              <a:t>‹Nr.›</a:t>
            </a:fld>
            <a:endParaRPr lang="en-US"/>
          </a:p>
        </p:txBody>
      </p:sp>
      <p:sp>
        <p:nvSpPr>
          <p:cNvPr id="7" name="Foliennummernplatzhalter 5">
            <a:extLst>
              <a:ext uri="{FF2B5EF4-FFF2-40B4-BE49-F238E27FC236}">
                <a16:creationId xmlns:a16="http://schemas.microsoft.com/office/drawing/2014/main" id="{30DE54EF-D574-6C41-BDE5-35E8D23ABF8C}"/>
              </a:ext>
            </a:extLst>
          </p:cNvPr>
          <p:cNvSpPr txBox="1">
            <a:spLocks/>
          </p:cNvSpPr>
          <p:nvPr userDrawn="1"/>
        </p:nvSpPr>
        <p:spPr>
          <a:xfrm>
            <a:off x="9418656" y="6391656"/>
            <a:ext cx="2651296" cy="365760"/>
          </a:xfrm>
          <a:prstGeom prst="rect">
            <a:avLst/>
          </a:prstGeom>
        </p:spPr>
        <p:txBody>
          <a:bodyPr vert="horz" anchor="b"/>
          <a:lstStyle>
            <a:defPPr>
              <a:defRPr lang="en-US"/>
            </a:defPPr>
            <a:lvl1pPr marL="0" algn="r" defTabSz="914400" rtl="0" eaLnBrk="1" latinLnBrk="0" hangingPunct="1">
              <a:defRPr kumimoji="0" sz="1200" kern="120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800960-3D65-46F7-85EE-A2D8630D61E5}" type="slidenum">
              <a:rPr lang="en-US" sz="1200" smtClean="0"/>
              <a:pPr/>
              <a:t>‹Nr.›</a:t>
            </a:fld>
            <a:endParaRPr lang="en-US" sz="12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kumimoji="0" lang="de-DE"/>
              <a:t>Titelmasterformat durch Klicken bearbeiten</a:t>
            </a:r>
            <a:endParaRPr kumimoji="0" lang="en-US"/>
          </a:p>
        </p:txBody>
      </p:sp>
      <p:sp>
        <p:nvSpPr>
          <p:cNvPr id="3" name="Inhaltsplatzhalter 2"/>
          <p:cNvSpPr>
            <a:spLocks noGrp="1"/>
          </p:cNvSpPr>
          <p:nvPr>
            <p:ph sz="half" idx="1"/>
          </p:nvPr>
        </p:nvSpPr>
        <p:spPr>
          <a:xfrm>
            <a:off x="609600" y="2249425"/>
            <a:ext cx="53848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a:p>
            <a:pPr lvl="4" eaLnBrk="1" latinLnBrk="0" hangingPunct="1"/>
            <a:r>
              <a:rPr lang="de-DE"/>
              <a:t>Fünfte Ebene</a:t>
            </a:r>
            <a:endParaRPr kumimoji="0" lang="en-US"/>
          </a:p>
        </p:txBody>
      </p:sp>
      <p:sp>
        <p:nvSpPr>
          <p:cNvPr id="4" name="Inhaltsplatzhalter 3"/>
          <p:cNvSpPr>
            <a:spLocks noGrp="1"/>
          </p:cNvSpPr>
          <p:nvPr>
            <p:ph sz="half" idx="2"/>
          </p:nvPr>
        </p:nvSpPr>
        <p:spPr>
          <a:xfrm>
            <a:off x="6197600" y="2249425"/>
            <a:ext cx="53848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a:p>
            <a:pPr lvl="4" eaLnBrk="1" latinLnBrk="0" hangingPunct="1"/>
            <a:r>
              <a:rPr lang="de-DE"/>
              <a:t>Fünfte Ebene</a:t>
            </a:r>
            <a:endParaRPr kumimoji="0" lang="en-US"/>
          </a:p>
        </p:txBody>
      </p:sp>
      <p:sp>
        <p:nvSpPr>
          <p:cNvPr id="5" name="Datumsplatzhalter 4"/>
          <p:cNvSpPr>
            <a:spLocks noGrp="1"/>
          </p:cNvSpPr>
          <p:nvPr>
            <p:ph type="dt" sz="half" idx="10"/>
          </p:nvPr>
        </p:nvSpPr>
        <p:spPr/>
        <p:txBody>
          <a:bodyPr/>
          <a:lstStyle/>
          <a:p>
            <a:fld id="{99C0F66A-EFBE-4D86-B794-B531731BC1EE}" type="datetime1">
              <a:rPr lang="de-DE" smtClean="0"/>
              <a:t>26.04.2025</a:t>
            </a:fld>
            <a:endParaRPr lang="en-US"/>
          </a:p>
        </p:txBody>
      </p:sp>
      <p:sp>
        <p:nvSpPr>
          <p:cNvPr id="6" name="Fußzeilenplatzhalter 5"/>
          <p:cNvSpPr>
            <a:spLocks noGrp="1"/>
          </p:cNvSpPr>
          <p:nvPr>
            <p:ph type="ftr" sz="quarter" idx="11"/>
          </p:nvPr>
        </p:nvSpPr>
        <p:spPr/>
        <p:txBody>
          <a:bodyPr/>
          <a:lstStyle/>
          <a:p>
            <a:endParaRPr lang="en-US"/>
          </a:p>
        </p:txBody>
      </p:sp>
      <p:sp>
        <p:nvSpPr>
          <p:cNvPr id="7" name="Foliennummernplatzhalter 6"/>
          <p:cNvSpPr>
            <a:spLocks noGrp="1"/>
          </p:cNvSpPr>
          <p:nvPr>
            <p:ph type="sldNum" sz="quarter" idx="12"/>
          </p:nvPr>
        </p:nvSpPr>
        <p:spPr/>
        <p:txBody>
          <a:bodyPr/>
          <a:lstStyle/>
          <a:p>
            <a:fld id="{08800960-3D65-46F7-85EE-A2D8630D61E5}" type="slidenum">
              <a:rPr lang="en-US" smtClean="0"/>
              <a:t>‹Nr.›</a:t>
            </a:fld>
            <a:endParaRPr lang="en-US"/>
          </a:p>
        </p:txBody>
      </p:sp>
      <p:sp>
        <p:nvSpPr>
          <p:cNvPr id="8" name="Foliennummernplatzhalter 5">
            <a:extLst>
              <a:ext uri="{FF2B5EF4-FFF2-40B4-BE49-F238E27FC236}">
                <a16:creationId xmlns:a16="http://schemas.microsoft.com/office/drawing/2014/main" id="{28A2B9AB-CEFC-4843-A8CE-9D77611F0E5F}"/>
              </a:ext>
            </a:extLst>
          </p:cNvPr>
          <p:cNvSpPr txBox="1">
            <a:spLocks/>
          </p:cNvSpPr>
          <p:nvPr userDrawn="1"/>
        </p:nvSpPr>
        <p:spPr>
          <a:xfrm>
            <a:off x="9418656" y="6391656"/>
            <a:ext cx="2651296" cy="365760"/>
          </a:xfrm>
          <a:prstGeom prst="rect">
            <a:avLst/>
          </a:prstGeom>
        </p:spPr>
        <p:txBody>
          <a:bodyPr vert="horz" anchor="b"/>
          <a:lstStyle>
            <a:defPPr>
              <a:defRPr lang="en-US"/>
            </a:defPPr>
            <a:lvl1pPr marL="0" algn="r" defTabSz="914400" rtl="0" eaLnBrk="1" latinLnBrk="0" hangingPunct="1">
              <a:defRPr kumimoji="0" sz="1200" kern="120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800960-3D65-46F7-85EE-A2D8630D61E5}" type="slidenum">
              <a:rPr lang="en-US" sz="1200" smtClean="0"/>
              <a:pPr/>
              <a:t>‹Nr.›</a:t>
            </a:fld>
            <a:endParaRPr lang="en-US" sz="12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508000" y="1143000"/>
            <a:ext cx="11176000" cy="1069848"/>
          </a:xfrm>
        </p:spPr>
        <p:txBody>
          <a:bodyPr anchor="ctr"/>
          <a:lstStyle>
            <a:lvl1pPr>
              <a:defRPr sz="4000" b="0" i="0" cap="none" baseline="0"/>
            </a:lvl1pPr>
          </a:lstStyle>
          <a:p>
            <a:r>
              <a:rPr kumimoji="0" lang="de-DE"/>
              <a:t>Titelmasterformat durch Klicken bearbeiten</a:t>
            </a:r>
            <a:endParaRPr kumimoji="0" lang="en-US"/>
          </a:p>
        </p:txBody>
      </p:sp>
      <p:sp>
        <p:nvSpPr>
          <p:cNvPr id="3" name="Textplatzhalter 2"/>
          <p:cNvSpPr>
            <a:spLocks noGrp="1"/>
          </p:cNvSpPr>
          <p:nvPr>
            <p:ph type="body" idx="1"/>
          </p:nvPr>
        </p:nvSpPr>
        <p:spPr>
          <a:xfrm>
            <a:off x="508000" y="2244970"/>
            <a:ext cx="5388864"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de-DE"/>
              <a:t>Textmasterformat bearbeiten</a:t>
            </a:r>
          </a:p>
        </p:txBody>
      </p:sp>
      <p:sp>
        <p:nvSpPr>
          <p:cNvPr id="4" name="Textplatzhalter 3"/>
          <p:cNvSpPr>
            <a:spLocks noGrp="1"/>
          </p:cNvSpPr>
          <p:nvPr>
            <p:ph type="body" sz="half" idx="3"/>
          </p:nvPr>
        </p:nvSpPr>
        <p:spPr>
          <a:xfrm>
            <a:off x="6294968" y="2244970"/>
            <a:ext cx="5389033"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de-DE"/>
              <a:t>Textmasterformat bearbeiten</a:t>
            </a:r>
          </a:p>
        </p:txBody>
      </p:sp>
      <p:sp>
        <p:nvSpPr>
          <p:cNvPr id="5" name="Inhaltsplatzhalter 4"/>
          <p:cNvSpPr>
            <a:spLocks noGrp="1"/>
          </p:cNvSpPr>
          <p:nvPr>
            <p:ph sz="quarter" idx="2"/>
          </p:nvPr>
        </p:nvSpPr>
        <p:spPr>
          <a:xfrm>
            <a:off x="508000" y="2708519"/>
            <a:ext cx="5388864"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a:p>
            <a:pPr lvl="4" eaLnBrk="1" latinLnBrk="0" hangingPunct="1"/>
            <a:r>
              <a:rPr lang="de-DE"/>
              <a:t>Fünfte Ebene</a:t>
            </a:r>
            <a:endParaRPr kumimoji="0" lang="en-US"/>
          </a:p>
        </p:txBody>
      </p:sp>
      <p:sp>
        <p:nvSpPr>
          <p:cNvPr id="6" name="Inhaltsplatzhalter 5"/>
          <p:cNvSpPr>
            <a:spLocks noGrp="1"/>
          </p:cNvSpPr>
          <p:nvPr>
            <p:ph sz="quarter" idx="4"/>
          </p:nvPr>
        </p:nvSpPr>
        <p:spPr>
          <a:xfrm>
            <a:off x="6291073" y="2708519"/>
            <a:ext cx="5389033"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a:p>
            <a:pPr lvl="4" eaLnBrk="1" latinLnBrk="0" hangingPunct="1"/>
            <a:r>
              <a:rPr lang="de-DE"/>
              <a:t>Fünfte Ebene</a:t>
            </a:r>
            <a:endParaRPr kumimoji="0" lang="en-US"/>
          </a:p>
        </p:txBody>
      </p:sp>
      <p:sp>
        <p:nvSpPr>
          <p:cNvPr id="26" name="Datumsplatzhalter 25"/>
          <p:cNvSpPr>
            <a:spLocks noGrp="1"/>
          </p:cNvSpPr>
          <p:nvPr>
            <p:ph type="dt" sz="half" idx="10"/>
          </p:nvPr>
        </p:nvSpPr>
        <p:spPr/>
        <p:txBody>
          <a:bodyPr rtlCol="0"/>
          <a:lstStyle/>
          <a:p>
            <a:fld id="{37C69E42-4B2B-491B-A644-815082356129}" type="datetime1">
              <a:rPr lang="de-DE" smtClean="0"/>
              <a:t>26.04.2025</a:t>
            </a:fld>
            <a:endParaRPr lang="en-US"/>
          </a:p>
        </p:txBody>
      </p:sp>
      <p:sp>
        <p:nvSpPr>
          <p:cNvPr id="27" name="Foliennummernplatzhalter 26"/>
          <p:cNvSpPr>
            <a:spLocks noGrp="1"/>
          </p:cNvSpPr>
          <p:nvPr>
            <p:ph type="sldNum" sz="quarter" idx="11"/>
          </p:nvPr>
        </p:nvSpPr>
        <p:spPr/>
        <p:txBody>
          <a:bodyPr rtlCol="0"/>
          <a:lstStyle/>
          <a:p>
            <a:fld id="{08800960-3D65-46F7-85EE-A2D8630D61E5}" type="slidenum">
              <a:rPr lang="en-US" smtClean="0"/>
              <a:t>‹Nr.›</a:t>
            </a:fld>
            <a:endParaRPr lang="en-US"/>
          </a:p>
        </p:txBody>
      </p:sp>
      <p:sp>
        <p:nvSpPr>
          <p:cNvPr id="28" name="Fußzeilenplatzhalter 27"/>
          <p:cNvSpPr>
            <a:spLocks noGrp="1"/>
          </p:cNvSpPr>
          <p:nvPr>
            <p:ph type="ftr" sz="quarter" idx="12"/>
          </p:nvPr>
        </p:nvSpPr>
        <p:spPr/>
        <p:txBody>
          <a:bodyPr rtlCol="0"/>
          <a:lstStyle/>
          <a:p>
            <a:endParaRPr lang="en-US"/>
          </a:p>
        </p:txBody>
      </p:sp>
      <p:sp>
        <p:nvSpPr>
          <p:cNvPr id="10" name="Foliennummernplatzhalter 5">
            <a:extLst>
              <a:ext uri="{FF2B5EF4-FFF2-40B4-BE49-F238E27FC236}">
                <a16:creationId xmlns:a16="http://schemas.microsoft.com/office/drawing/2014/main" id="{FEF4E230-B0C3-CC49-94BB-124CCF0FC893}"/>
              </a:ext>
            </a:extLst>
          </p:cNvPr>
          <p:cNvSpPr txBox="1">
            <a:spLocks/>
          </p:cNvSpPr>
          <p:nvPr userDrawn="1"/>
        </p:nvSpPr>
        <p:spPr>
          <a:xfrm>
            <a:off x="9418656" y="6391656"/>
            <a:ext cx="2651296" cy="365760"/>
          </a:xfrm>
          <a:prstGeom prst="rect">
            <a:avLst/>
          </a:prstGeom>
        </p:spPr>
        <p:txBody>
          <a:bodyPr vert="horz" anchor="b"/>
          <a:lstStyle>
            <a:defPPr>
              <a:defRPr lang="en-US"/>
            </a:defPPr>
            <a:lvl1pPr marL="0" algn="r" defTabSz="914400" rtl="0" eaLnBrk="1" latinLnBrk="0" hangingPunct="1">
              <a:defRPr kumimoji="0" sz="1200" kern="120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800960-3D65-46F7-85EE-A2D8630D61E5}" type="slidenum">
              <a:rPr lang="en-US" sz="1200" smtClean="0"/>
              <a:pPr/>
              <a:t>‹Nr.›</a:t>
            </a:fld>
            <a:endParaRPr lang="en-US" sz="12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a:xfrm>
            <a:off x="609600" y="1143000"/>
            <a:ext cx="10972800" cy="1069848"/>
          </a:xfrm>
        </p:spPr>
        <p:txBody>
          <a:bodyPr anchor="ctr"/>
          <a:lstStyle>
            <a:lvl1pPr>
              <a:defRPr sz="4000">
                <a:solidFill>
                  <a:schemeClr val="tx2"/>
                </a:solidFill>
              </a:defRPr>
            </a:lvl1pPr>
          </a:lstStyle>
          <a:p>
            <a:r>
              <a:rPr kumimoji="0" lang="de-DE"/>
              <a:t>Titelmasterformat durch Klicken bearbeiten</a:t>
            </a:r>
            <a:endParaRPr kumimoji="0" lang="en-US"/>
          </a:p>
        </p:txBody>
      </p:sp>
      <p:sp>
        <p:nvSpPr>
          <p:cNvPr id="3" name="Datumsplatzhalter 2"/>
          <p:cNvSpPr>
            <a:spLocks noGrp="1"/>
          </p:cNvSpPr>
          <p:nvPr>
            <p:ph type="dt" sz="half" idx="10"/>
          </p:nvPr>
        </p:nvSpPr>
        <p:spPr>
          <a:xfrm>
            <a:off x="8778240" y="612648"/>
            <a:ext cx="1276352" cy="457200"/>
          </a:xfrm>
        </p:spPr>
        <p:txBody>
          <a:bodyPr/>
          <a:lstStyle/>
          <a:p>
            <a:fld id="{28581BEF-411F-4C1C-828C-66B57363225F}" type="datetime1">
              <a:rPr lang="de-DE" smtClean="0"/>
              <a:t>26.04.2025</a:t>
            </a:fld>
            <a:endParaRPr lang="en-US"/>
          </a:p>
        </p:txBody>
      </p:sp>
      <p:sp>
        <p:nvSpPr>
          <p:cNvPr id="4" name="Fußzeilenplatzhalter 3"/>
          <p:cNvSpPr>
            <a:spLocks noGrp="1"/>
          </p:cNvSpPr>
          <p:nvPr>
            <p:ph type="ftr" sz="quarter" idx="11"/>
          </p:nvPr>
        </p:nvSpPr>
        <p:spPr>
          <a:xfrm>
            <a:off x="7010400" y="612648"/>
            <a:ext cx="1767840" cy="457200"/>
          </a:xfrm>
        </p:spPr>
        <p:txBody>
          <a:bodyPr/>
          <a:lstStyle/>
          <a:p>
            <a:endParaRPr lang="en-US"/>
          </a:p>
        </p:txBody>
      </p:sp>
      <p:sp>
        <p:nvSpPr>
          <p:cNvPr id="5" name="Foliennummernplatzhalter 4"/>
          <p:cNvSpPr>
            <a:spLocks noGrp="1"/>
          </p:cNvSpPr>
          <p:nvPr>
            <p:ph type="sldNum" sz="quarter" idx="12"/>
          </p:nvPr>
        </p:nvSpPr>
        <p:spPr>
          <a:xfrm>
            <a:off x="10899648" y="2272"/>
            <a:ext cx="1016000" cy="365760"/>
          </a:xfrm>
        </p:spPr>
        <p:txBody>
          <a:bodyPr/>
          <a:lstStyle/>
          <a:p>
            <a:fld id="{08800960-3D65-46F7-85EE-A2D8630D61E5}" type="slidenum">
              <a:rPr lang="en-US" smtClean="0"/>
              <a:t>‹Nr.›</a:t>
            </a:fld>
            <a:endParaRPr lang="en-US"/>
          </a:p>
        </p:txBody>
      </p:sp>
      <p:sp>
        <p:nvSpPr>
          <p:cNvPr id="6" name="Foliennummernplatzhalter 5">
            <a:extLst>
              <a:ext uri="{FF2B5EF4-FFF2-40B4-BE49-F238E27FC236}">
                <a16:creationId xmlns:a16="http://schemas.microsoft.com/office/drawing/2014/main" id="{309B9422-82AE-1D4C-B6B0-865A43630775}"/>
              </a:ext>
            </a:extLst>
          </p:cNvPr>
          <p:cNvSpPr txBox="1">
            <a:spLocks/>
          </p:cNvSpPr>
          <p:nvPr userDrawn="1"/>
        </p:nvSpPr>
        <p:spPr>
          <a:xfrm>
            <a:off x="9418656" y="6391656"/>
            <a:ext cx="2651296" cy="365760"/>
          </a:xfrm>
          <a:prstGeom prst="rect">
            <a:avLst/>
          </a:prstGeom>
        </p:spPr>
        <p:txBody>
          <a:bodyPr vert="horz" anchor="b"/>
          <a:lstStyle>
            <a:defPPr>
              <a:defRPr lang="en-US"/>
            </a:defPPr>
            <a:lvl1pPr marL="0" algn="r" defTabSz="914400" rtl="0" eaLnBrk="1" latinLnBrk="0" hangingPunct="1">
              <a:defRPr kumimoji="0" sz="1200" kern="120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800960-3D65-46F7-85EE-A2D8630D61E5}" type="slidenum">
              <a:rPr lang="en-US" sz="1200" smtClean="0"/>
              <a:pPr/>
              <a:t>‹Nr.›</a:t>
            </a:fld>
            <a:endParaRPr lang="en-US" sz="12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427E4652-83CF-48FF-B07A-5D300D4CA3EB}" type="datetime1">
              <a:rPr lang="de-DE" smtClean="0"/>
              <a:t>26.04.2025</a:t>
            </a:fld>
            <a:endParaRPr lang="en-US"/>
          </a:p>
        </p:txBody>
      </p:sp>
      <p:sp>
        <p:nvSpPr>
          <p:cNvPr id="3" name="Fußzeilenplatzhalter 2"/>
          <p:cNvSpPr>
            <a:spLocks noGrp="1"/>
          </p:cNvSpPr>
          <p:nvPr>
            <p:ph type="ftr" sz="quarter" idx="11"/>
          </p:nvPr>
        </p:nvSpPr>
        <p:spPr/>
        <p:txBody>
          <a:bodyPr/>
          <a:lstStyle/>
          <a:p>
            <a:endParaRPr lang="en-US"/>
          </a:p>
        </p:txBody>
      </p:sp>
      <p:sp>
        <p:nvSpPr>
          <p:cNvPr id="4" name="Foliennummernplatzhalter 3"/>
          <p:cNvSpPr>
            <a:spLocks noGrp="1"/>
          </p:cNvSpPr>
          <p:nvPr>
            <p:ph type="sldNum" sz="quarter" idx="12"/>
          </p:nvPr>
        </p:nvSpPr>
        <p:spPr/>
        <p:txBody>
          <a:bodyPr/>
          <a:lstStyle/>
          <a:p>
            <a:fld id="{08800960-3D65-46F7-85EE-A2D8630D61E5}" type="slidenum">
              <a:rPr lang="en-US" smtClean="0"/>
              <a:t>‹Nr.›</a:t>
            </a:fld>
            <a:endParaRPr lang="en-US"/>
          </a:p>
        </p:txBody>
      </p:sp>
      <p:sp>
        <p:nvSpPr>
          <p:cNvPr id="5" name="Foliennummernplatzhalter 5">
            <a:extLst>
              <a:ext uri="{FF2B5EF4-FFF2-40B4-BE49-F238E27FC236}">
                <a16:creationId xmlns:a16="http://schemas.microsoft.com/office/drawing/2014/main" id="{87ADE735-D8CE-7144-BFF4-464CC69DD30A}"/>
              </a:ext>
            </a:extLst>
          </p:cNvPr>
          <p:cNvSpPr txBox="1">
            <a:spLocks/>
          </p:cNvSpPr>
          <p:nvPr userDrawn="1"/>
        </p:nvSpPr>
        <p:spPr>
          <a:xfrm>
            <a:off x="9418656" y="6391656"/>
            <a:ext cx="2651296" cy="365760"/>
          </a:xfrm>
          <a:prstGeom prst="rect">
            <a:avLst/>
          </a:prstGeom>
        </p:spPr>
        <p:txBody>
          <a:bodyPr vert="horz" anchor="b"/>
          <a:lstStyle>
            <a:defPPr>
              <a:defRPr lang="en-US"/>
            </a:defPPr>
            <a:lvl1pPr marL="0" algn="r" defTabSz="914400" rtl="0" eaLnBrk="1" latinLnBrk="0" hangingPunct="1">
              <a:defRPr kumimoji="0" sz="1200" kern="120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800960-3D65-46F7-85EE-A2D8630D61E5}" type="slidenum">
              <a:rPr lang="en-US" sz="1200" smtClean="0"/>
              <a:pPr/>
              <a:t>‹Nr.›</a:t>
            </a:fld>
            <a:endParaRPr lang="en-US" sz="12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137995" y="1101970"/>
            <a:ext cx="4511040" cy="877824"/>
          </a:xfrm>
        </p:spPr>
        <p:txBody>
          <a:bodyPr anchor="b"/>
          <a:lstStyle>
            <a:lvl1pPr algn="l">
              <a:buNone/>
              <a:defRPr sz="1800" b="1"/>
            </a:lvl1pPr>
          </a:lstStyle>
          <a:p>
            <a:r>
              <a:rPr kumimoji="0" lang="de-DE"/>
              <a:t>Titelmasterformat durch Klicken bearbeiten</a:t>
            </a:r>
            <a:endParaRPr kumimoji="0" lang="en-US"/>
          </a:p>
        </p:txBody>
      </p:sp>
      <p:sp>
        <p:nvSpPr>
          <p:cNvPr id="3" name="Textplatzhalter 2"/>
          <p:cNvSpPr>
            <a:spLocks noGrp="1"/>
          </p:cNvSpPr>
          <p:nvPr>
            <p:ph type="body" idx="2"/>
          </p:nvPr>
        </p:nvSpPr>
        <p:spPr>
          <a:xfrm>
            <a:off x="7137995" y="2010727"/>
            <a:ext cx="451104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de-DE"/>
              <a:t>Textmasterformat bearbeiten</a:t>
            </a:r>
          </a:p>
        </p:txBody>
      </p:sp>
      <p:sp>
        <p:nvSpPr>
          <p:cNvPr id="4" name="Inhaltsplatzhalter 3"/>
          <p:cNvSpPr>
            <a:spLocks noGrp="1"/>
          </p:cNvSpPr>
          <p:nvPr>
            <p:ph sz="half" idx="1"/>
          </p:nvPr>
        </p:nvSpPr>
        <p:spPr>
          <a:xfrm>
            <a:off x="203200" y="776287"/>
            <a:ext cx="6803136"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a:p>
            <a:pPr lvl="4" eaLnBrk="1" latinLnBrk="0" hangingPunct="1"/>
            <a:r>
              <a:rPr lang="de-DE"/>
              <a:t>Fünfte Ebene</a:t>
            </a:r>
            <a:endParaRPr kumimoji="0" lang="en-US"/>
          </a:p>
        </p:txBody>
      </p:sp>
      <p:sp>
        <p:nvSpPr>
          <p:cNvPr id="5" name="Datumsplatzhalter 4"/>
          <p:cNvSpPr>
            <a:spLocks noGrp="1"/>
          </p:cNvSpPr>
          <p:nvPr>
            <p:ph type="dt" sz="half" idx="10"/>
          </p:nvPr>
        </p:nvSpPr>
        <p:spPr/>
        <p:txBody>
          <a:bodyPr/>
          <a:lstStyle/>
          <a:p>
            <a:fld id="{850A2C4E-E099-4331-8BC5-F5919D33FBB0}" type="datetime1">
              <a:rPr lang="de-DE" smtClean="0"/>
              <a:t>26.04.2025</a:t>
            </a:fld>
            <a:endParaRPr lang="en-US"/>
          </a:p>
        </p:txBody>
      </p:sp>
      <p:sp>
        <p:nvSpPr>
          <p:cNvPr id="6" name="Fußzeilenplatzhalter 5"/>
          <p:cNvSpPr>
            <a:spLocks noGrp="1"/>
          </p:cNvSpPr>
          <p:nvPr>
            <p:ph type="ftr" sz="quarter" idx="11"/>
          </p:nvPr>
        </p:nvSpPr>
        <p:spPr/>
        <p:txBody>
          <a:bodyPr/>
          <a:lstStyle/>
          <a:p>
            <a:endParaRPr lang="en-US"/>
          </a:p>
        </p:txBody>
      </p:sp>
      <p:sp>
        <p:nvSpPr>
          <p:cNvPr id="7" name="Foliennummernplatzhalter 6"/>
          <p:cNvSpPr>
            <a:spLocks noGrp="1"/>
          </p:cNvSpPr>
          <p:nvPr>
            <p:ph type="sldNum" sz="quarter" idx="12"/>
          </p:nvPr>
        </p:nvSpPr>
        <p:spPr/>
        <p:txBody>
          <a:bodyPr/>
          <a:lstStyle/>
          <a:p>
            <a:fld id="{08800960-3D65-46F7-85EE-A2D8630D61E5}" type="slidenum">
              <a:rPr lang="en-US" smtClean="0"/>
              <a:t>‹Nr.›</a:t>
            </a:fld>
            <a:endParaRPr lang="en-US"/>
          </a:p>
        </p:txBody>
      </p:sp>
      <p:sp>
        <p:nvSpPr>
          <p:cNvPr id="8" name="Foliennummernplatzhalter 5">
            <a:extLst>
              <a:ext uri="{FF2B5EF4-FFF2-40B4-BE49-F238E27FC236}">
                <a16:creationId xmlns:a16="http://schemas.microsoft.com/office/drawing/2014/main" id="{E84BC76B-DD63-3D41-8021-753CA6CA5598}"/>
              </a:ext>
            </a:extLst>
          </p:cNvPr>
          <p:cNvSpPr txBox="1">
            <a:spLocks/>
          </p:cNvSpPr>
          <p:nvPr userDrawn="1"/>
        </p:nvSpPr>
        <p:spPr>
          <a:xfrm>
            <a:off x="9418656" y="6391656"/>
            <a:ext cx="2651296" cy="365760"/>
          </a:xfrm>
          <a:prstGeom prst="rect">
            <a:avLst/>
          </a:prstGeom>
        </p:spPr>
        <p:txBody>
          <a:bodyPr vert="horz" anchor="b"/>
          <a:lstStyle>
            <a:defPPr>
              <a:defRPr lang="en-US"/>
            </a:defPPr>
            <a:lvl1pPr marL="0" algn="r" defTabSz="914400" rtl="0" eaLnBrk="1" latinLnBrk="0" hangingPunct="1">
              <a:defRPr kumimoji="0" sz="1200" kern="120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800960-3D65-46F7-85EE-A2D8630D61E5}" type="slidenum">
              <a:rPr lang="en-US" sz="1200" smtClean="0"/>
              <a:pPr/>
              <a:t>‹Nr.›</a:t>
            </a:fld>
            <a:endParaRPr lang="en-US" sz="120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253913" y="1109161"/>
            <a:ext cx="782404" cy="4681637"/>
          </a:xfrm>
        </p:spPr>
        <p:txBody>
          <a:bodyPr vert="vert270" lIns="45720" tIns="0" rIns="45720" anchor="t"/>
          <a:lstStyle>
            <a:lvl1pPr algn="ctr">
              <a:buNone/>
              <a:defRPr sz="2000" b="1"/>
            </a:lvl1pPr>
          </a:lstStyle>
          <a:p>
            <a:r>
              <a:rPr kumimoji="0" lang="de-DE"/>
              <a:t>Titelmasterformat durch Klicken bearbeiten</a:t>
            </a:r>
            <a:endParaRPr kumimoji="0" lang="en-US"/>
          </a:p>
        </p:txBody>
      </p:sp>
      <p:sp>
        <p:nvSpPr>
          <p:cNvPr id="3" name="Bildplatzhalter 2"/>
          <p:cNvSpPr>
            <a:spLocks noGrp="1"/>
          </p:cNvSpPr>
          <p:nvPr>
            <p:ph type="pic" idx="1"/>
          </p:nvPr>
        </p:nvSpPr>
        <p:spPr>
          <a:xfrm>
            <a:off x="538228" y="1143000"/>
            <a:ext cx="6096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de-DE"/>
              <a:t>Bild durch Klicken auf Symbol hinzufügen</a:t>
            </a:r>
            <a:endParaRPr kumimoji="0" lang="en-US"/>
          </a:p>
        </p:txBody>
      </p:sp>
      <p:sp>
        <p:nvSpPr>
          <p:cNvPr id="4" name="Textplatzhalter 3"/>
          <p:cNvSpPr>
            <a:spLocks noGrp="1"/>
          </p:cNvSpPr>
          <p:nvPr>
            <p:ph type="body" sz="half" idx="2"/>
          </p:nvPr>
        </p:nvSpPr>
        <p:spPr>
          <a:xfrm>
            <a:off x="8117924" y="3274309"/>
            <a:ext cx="34544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de-DE"/>
              <a:t>Textmasterformat bearbeiten</a:t>
            </a:r>
          </a:p>
        </p:txBody>
      </p:sp>
      <p:sp>
        <p:nvSpPr>
          <p:cNvPr id="5" name="Datumsplatzhalter 4"/>
          <p:cNvSpPr>
            <a:spLocks noGrp="1"/>
          </p:cNvSpPr>
          <p:nvPr>
            <p:ph type="dt" sz="half" idx="10"/>
          </p:nvPr>
        </p:nvSpPr>
        <p:spPr/>
        <p:txBody>
          <a:bodyPr/>
          <a:lstStyle/>
          <a:p>
            <a:fld id="{5EB0A2B8-1C71-4F87-BF98-FD09C9576A12}" type="datetime1">
              <a:rPr lang="de-DE" smtClean="0"/>
              <a:t>26.04.2025</a:t>
            </a:fld>
            <a:endParaRPr lang="en-US"/>
          </a:p>
        </p:txBody>
      </p:sp>
      <p:sp>
        <p:nvSpPr>
          <p:cNvPr id="6" name="Fußzeilenplatzhalter 5"/>
          <p:cNvSpPr>
            <a:spLocks noGrp="1"/>
          </p:cNvSpPr>
          <p:nvPr>
            <p:ph type="ftr" sz="quarter" idx="11"/>
          </p:nvPr>
        </p:nvSpPr>
        <p:spPr/>
        <p:txBody>
          <a:bodyPr/>
          <a:lstStyle/>
          <a:p>
            <a:endParaRPr lang="en-US"/>
          </a:p>
        </p:txBody>
      </p:sp>
      <p:sp>
        <p:nvSpPr>
          <p:cNvPr id="7" name="Foliennummernplatzhalter 6"/>
          <p:cNvSpPr>
            <a:spLocks noGrp="1"/>
          </p:cNvSpPr>
          <p:nvPr>
            <p:ph type="sldNum" sz="quarter" idx="12"/>
          </p:nvPr>
        </p:nvSpPr>
        <p:spPr/>
        <p:txBody>
          <a:bodyPr/>
          <a:lstStyle/>
          <a:p>
            <a:fld id="{08800960-3D65-46F7-85EE-A2D8630D61E5}" type="slidenum">
              <a:rPr lang="en-US" smtClean="0"/>
              <a:t>‹Nr.›</a:t>
            </a:fld>
            <a:endParaRPr lang="en-US"/>
          </a:p>
        </p:txBody>
      </p:sp>
      <p:sp>
        <p:nvSpPr>
          <p:cNvPr id="8" name="Foliennummernplatzhalter 5">
            <a:extLst>
              <a:ext uri="{FF2B5EF4-FFF2-40B4-BE49-F238E27FC236}">
                <a16:creationId xmlns:a16="http://schemas.microsoft.com/office/drawing/2014/main" id="{F016CFB8-94C7-8342-AE16-44CC68AE3215}"/>
              </a:ext>
            </a:extLst>
          </p:cNvPr>
          <p:cNvSpPr txBox="1">
            <a:spLocks/>
          </p:cNvSpPr>
          <p:nvPr userDrawn="1"/>
        </p:nvSpPr>
        <p:spPr>
          <a:xfrm>
            <a:off x="9418656" y="6391656"/>
            <a:ext cx="2651296" cy="365760"/>
          </a:xfrm>
          <a:prstGeom prst="rect">
            <a:avLst/>
          </a:prstGeom>
        </p:spPr>
        <p:txBody>
          <a:bodyPr vert="horz" anchor="b"/>
          <a:lstStyle>
            <a:defPPr>
              <a:defRPr lang="en-US"/>
            </a:defPPr>
            <a:lvl1pPr marL="0" algn="r" defTabSz="914400" rtl="0" eaLnBrk="1" latinLnBrk="0" hangingPunct="1">
              <a:defRPr kumimoji="0" sz="1200" kern="120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800960-3D65-46F7-85EE-A2D8630D61E5}" type="slidenum">
              <a:rPr lang="en-US" sz="1200" smtClean="0"/>
              <a:pPr/>
              <a:t>‹Nr.›</a:t>
            </a:fld>
            <a:endParaRPr lang="en-US" sz="120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kumimoji="0" lang="de-DE"/>
              <a:t>Titelmasterformat durch Klicken bearbeiten</a:t>
            </a:r>
            <a:endParaRPr kumimoji="0" lang="en-US"/>
          </a:p>
        </p:txBody>
      </p:sp>
      <p:sp>
        <p:nvSpPr>
          <p:cNvPr id="3" name="Vertikaler Textplatzhalter 2"/>
          <p:cNvSpPr>
            <a:spLocks noGrp="1"/>
          </p:cNvSpPr>
          <p:nvPr>
            <p:ph type="body" orient="vert" idx="1"/>
          </p:nvPr>
        </p:nvSpPr>
        <p:spPr/>
        <p:txBody>
          <a:bodyPr vert="eaVert"/>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a:p>
            <a:pPr lvl="4" eaLnBrk="1" latinLnBrk="0" hangingPunct="1"/>
            <a:r>
              <a:rPr lang="de-DE"/>
              <a:t>Fünfte Ebene</a:t>
            </a:r>
            <a:endParaRPr kumimoji="0" lang="en-US"/>
          </a:p>
        </p:txBody>
      </p:sp>
      <p:sp>
        <p:nvSpPr>
          <p:cNvPr id="4" name="Datumsplatzhalter 3"/>
          <p:cNvSpPr>
            <a:spLocks noGrp="1"/>
          </p:cNvSpPr>
          <p:nvPr>
            <p:ph type="dt" sz="half" idx="10"/>
          </p:nvPr>
        </p:nvSpPr>
        <p:spPr/>
        <p:txBody>
          <a:bodyPr/>
          <a:lstStyle/>
          <a:p>
            <a:fld id="{D4B246B5-51C5-4FE7-B623-37283DCE9607}" type="datetime1">
              <a:rPr lang="de-DE" smtClean="0"/>
              <a:t>26.04.2025</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08800960-3D65-46F7-85EE-A2D8630D61E5}" type="slidenum">
              <a:rPr lang="en-US" smtClean="0"/>
              <a:t>‹Nr.›</a:t>
            </a:fld>
            <a:endParaRPr lang="en-US"/>
          </a:p>
        </p:txBody>
      </p:sp>
      <p:sp>
        <p:nvSpPr>
          <p:cNvPr id="7" name="Foliennummernplatzhalter 5">
            <a:extLst>
              <a:ext uri="{FF2B5EF4-FFF2-40B4-BE49-F238E27FC236}">
                <a16:creationId xmlns:a16="http://schemas.microsoft.com/office/drawing/2014/main" id="{86873E8B-5625-A34E-AB1D-17DCC1E3BC34}"/>
              </a:ext>
            </a:extLst>
          </p:cNvPr>
          <p:cNvSpPr txBox="1">
            <a:spLocks/>
          </p:cNvSpPr>
          <p:nvPr userDrawn="1"/>
        </p:nvSpPr>
        <p:spPr>
          <a:xfrm>
            <a:off x="9418656" y="6391656"/>
            <a:ext cx="2651296" cy="365760"/>
          </a:xfrm>
          <a:prstGeom prst="rect">
            <a:avLst/>
          </a:prstGeom>
        </p:spPr>
        <p:txBody>
          <a:bodyPr vert="horz" anchor="b"/>
          <a:lstStyle>
            <a:defPPr>
              <a:defRPr lang="en-US"/>
            </a:defPPr>
            <a:lvl1pPr marL="0" algn="r" defTabSz="914400" rtl="0" eaLnBrk="1" latinLnBrk="0" hangingPunct="1">
              <a:defRPr kumimoji="0" sz="1200" kern="120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800960-3D65-46F7-85EE-A2D8630D61E5}" type="slidenum">
              <a:rPr lang="en-US" sz="1200" smtClean="0"/>
              <a:pPr/>
              <a:t>‹Nr.›</a:t>
            </a:fld>
            <a:endParaRPr lang="en-US" sz="120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9042400" y="1143000"/>
            <a:ext cx="2540000" cy="5486400"/>
          </a:xfrm>
        </p:spPr>
        <p:txBody>
          <a:bodyPr vert="eaVert"/>
          <a:lstStyle/>
          <a:p>
            <a:r>
              <a:rPr kumimoji="0" lang="de-DE"/>
              <a:t>Titelmasterformat durch Klicken bearbeiten</a:t>
            </a:r>
            <a:endParaRPr kumimoji="0" lang="en-US"/>
          </a:p>
        </p:txBody>
      </p:sp>
      <p:sp>
        <p:nvSpPr>
          <p:cNvPr id="3" name="Vertikaler Textplatzhalter 2"/>
          <p:cNvSpPr>
            <a:spLocks noGrp="1"/>
          </p:cNvSpPr>
          <p:nvPr>
            <p:ph type="body" orient="vert" idx="1"/>
          </p:nvPr>
        </p:nvSpPr>
        <p:spPr>
          <a:xfrm>
            <a:off x="609600" y="1143000"/>
            <a:ext cx="8331200" cy="5486400"/>
          </a:xfrm>
        </p:spPr>
        <p:txBody>
          <a:bodyPr vert="eaVert"/>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a:p>
            <a:pPr lvl="4" eaLnBrk="1" latinLnBrk="0" hangingPunct="1"/>
            <a:r>
              <a:rPr lang="de-DE"/>
              <a:t>Fünfte Ebene</a:t>
            </a:r>
            <a:endParaRPr kumimoji="0" lang="en-US"/>
          </a:p>
        </p:txBody>
      </p:sp>
      <p:sp>
        <p:nvSpPr>
          <p:cNvPr id="4" name="Datumsplatzhalter 3"/>
          <p:cNvSpPr>
            <a:spLocks noGrp="1"/>
          </p:cNvSpPr>
          <p:nvPr>
            <p:ph type="dt" sz="half" idx="10"/>
          </p:nvPr>
        </p:nvSpPr>
        <p:spPr/>
        <p:txBody>
          <a:bodyPr/>
          <a:lstStyle/>
          <a:p>
            <a:fld id="{E7E31108-9016-4212-8567-2FCA934A2626}" type="datetime1">
              <a:rPr lang="de-DE" smtClean="0"/>
              <a:t>26.04.2025</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08800960-3D65-46F7-85EE-A2D8630D61E5}" type="slidenum">
              <a:rPr lang="en-US" smtClean="0"/>
              <a:t>‹Nr.›</a:t>
            </a:fld>
            <a:endParaRPr lang="en-US"/>
          </a:p>
        </p:txBody>
      </p:sp>
      <p:sp>
        <p:nvSpPr>
          <p:cNvPr id="7" name="Foliennummernplatzhalter 5">
            <a:extLst>
              <a:ext uri="{FF2B5EF4-FFF2-40B4-BE49-F238E27FC236}">
                <a16:creationId xmlns:a16="http://schemas.microsoft.com/office/drawing/2014/main" id="{EF4EF544-D00E-E040-834B-1AB2DC675130}"/>
              </a:ext>
            </a:extLst>
          </p:cNvPr>
          <p:cNvSpPr txBox="1">
            <a:spLocks/>
          </p:cNvSpPr>
          <p:nvPr userDrawn="1"/>
        </p:nvSpPr>
        <p:spPr>
          <a:xfrm>
            <a:off x="9418656" y="6391656"/>
            <a:ext cx="2651296" cy="365760"/>
          </a:xfrm>
          <a:prstGeom prst="rect">
            <a:avLst/>
          </a:prstGeom>
        </p:spPr>
        <p:txBody>
          <a:bodyPr vert="horz" anchor="b"/>
          <a:lstStyle>
            <a:defPPr>
              <a:defRPr lang="en-US"/>
            </a:defPPr>
            <a:lvl1pPr marL="0" algn="r" defTabSz="914400" rtl="0" eaLnBrk="1" latinLnBrk="0" hangingPunct="1">
              <a:defRPr kumimoji="0" sz="1200" kern="120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800960-3D65-46F7-85EE-A2D8630D61E5}" type="slidenum">
              <a:rPr lang="en-US" sz="1200" smtClean="0"/>
              <a:pPr/>
              <a:t>‹Nr.›</a:t>
            </a:fld>
            <a:endParaRPr lang="en-US" sz="120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hteck 27"/>
          <p:cNvSpPr/>
          <p:nvPr/>
        </p:nvSpPr>
        <p:spPr>
          <a:xfrm>
            <a:off x="1" y="366819"/>
            <a:ext cx="12192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9" name="Rechteck 28"/>
          <p:cNvSpPr/>
          <p:nvPr/>
        </p:nvSpPr>
        <p:spPr>
          <a:xfrm>
            <a:off x="0" y="-1"/>
            <a:ext cx="12192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0" name="Rechteck 29"/>
          <p:cNvSpPr/>
          <p:nvPr/>
        </p:nvSpPr>
        <p:spPr>
          <a:xfrm>
            <a:off x="1" y="308277"/>
            <a:ext cx="12192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1" name="Rechteck 30"/>
          <p:cNvSpPr/>
          <p:nvPr/>
        </p:nvSpPr>
        <p:spPr>
          <a:xfrm flipV="1">
            <a:off x="7213577" y="360247"/>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2" name="Rechteck 31"/>
          <p:cNvSpPr/>
          <p:nvPr/>
        </p:nvSpPr>
        <p:spPr>
          <a:xfrm flipV="1">
            <a:off x="7213601" y="440113"/>
            <a:ext cx="49784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useBgFill="1">
        <p:nvSpPr>
          <p:cNvPr id="33" name="Abgerundetes Rechteck 32"/>
          <p:cNvSpPr/>
          <p:nvPr/>
        </p:nvSpPr>
        <p:spPr bwMode="white">
          <a:xfrm>
            <a:off x="7209785" y="497504"/>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useBgFill="1">
        <p:nvSpPr>
          <p:cNvPr id="34" name="Abgerundetes Rechteck 33"/>
          <p:cNvSpPr/>
          <p:nvPr/>
        </p:nvSpPr>
        <p:spPr bwMode="white">
          <a:xfrm>
            <a:off x="9831528" y="58894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5" name="Rechteck 34"/>
          <p:cNvSpPr/>
          <p:nvPr/>
        </p:nvSpPr>
        <p:spPr bwMode="invGray">
          <a:xfrm>
            <a:off x="12113288" y="-2001"/>
            <a:ext cx="76835"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6" name="Rechteck 35"/>
          <p:cNvSpPr/>
          <p:nvPr/>
        </p:nvSpPr>
        <p:spPr bwMode="invGray">
          <a:xfrm>
            <a:off x="12059308" y="-2001"/>
            <a:ext cx="3657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7" name="Rechteck 36"/>
          <p:cNvSpPr/>
          <p:nvPr/>
        </p:nvSpPr>
        <p:spPr bwMode="invGray">
          <a:xfrm>
            <a:off x="12033904" y="-2001"/>
            <a:ext cx="12192"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8" name="Rechteck 37"/>
          <p:cNvSpPr/>
          <p:nvPr/>
        </p:nvSpPr>
        <p:spPr bwMode="invGray">
          <a:xfrm>
            <a:off x="11967231" y="-2001"/>
            <a:ext cx="36576"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9" name="Rechteck 38"/>
          <p:cNvSpPr/>
          <p:nvPr/>
        </p:nvSpPr>
        <p:spPr bwMode="invGray">
          <a:xfrm>
            <a:off x="11887569" y="380"/>
            <a:ext cx="73152"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40" name="Rechteck 39"/>
          <p:cNvSpPr/>
          <p:nvPr/>
        </p:nvSpPr>
        <p:spPr bwMode="invGray">
          <a:xfrm>
            <a:off x="11831300" y="380"/>
            <a:ext cx="12192"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2" name="Titelplatzhalter 21"/>
          <p:cNvSpPr>
            <a:spLocks noGrp="1"/>
          </p:cNvSpPr>
          <p:nvPr>
            <p:ph type="title"/>
          </p:nvPr>
        </p:nvSpPr>
        <p:spPr>
          <a:xfrm>
            <a:off x="609600" y="1143000"/>
            <a:ext cx="10972800" cy="1066800"/>
          </a:xfrm>
          <a:prstGeom prst="rect">
            <a:avLst/>
          </a:prstGeom>
        </p:spPr>
        <p:txBody>
          <a:bodyPr vert="horz" anchor="ctr">
            <a:normAutofit/>
          </a:bodyPr>
          <a:lstStyle/>
          <a:p>
            <a:r>
              <a:rPr kumimoji="0" lang="de-DE"/>
              <a:t>Titelmasterformat durch Klicken bearbeiten</a:t>
            </a:r>
            <a:endParaRPr kumimoji="0" lang="en-US"/>
          </a:p>
        </p:txBody>
      </p:sp>
      <p:sp>
        <p:nvSpPr>
          <p:cNvPr id="13" name="Textplatzhalter 12"/>
          <p:cNvSpPr>
            <a:spLocks noGrp="1"/>
          </p:cNvSpPr>
          <p:nvPr>
            <p:ph type="body" idx="1"/>
          </p:nvPr>
        </p:nvSpPr>
        <p:spPr>
          <a:xfrm>
            <a:off x="609600" y="2249424"/>
            <a:ext cx="10972800" cy="4325112"/>
          </a:xfrm>
          <a:prstGeom prst="rect">
            <a:avLst/>
          </a:prstGeom>
        </p:spPr>
        <p:txBody>
          <a:bodyPr vert="horz">
            <a:normAutofit/>
          </a:bodyPr>
          <a:lstStyle/>
          <a:p>
            <a:pPr lvl="0" eaLnBrk="1" latinLnBrk="0" hangingPunct="1"/>
            <a:r>
              <a:rPr kumimoji="0" lang="de-DE"/>
              <a:t>Textmasterformat bearbeiten</a:t>
            </a:r>
          </a:p>
          <a:p>
            <a:pPr lvl="1" eaLnBrk="1" latinLnBrk="0" hangingPunct="1"/>
            <a:r>
              <a:rPr kumimoji="0" lang="de-DE"/>
              <a:t>Zweite Ebene</a:t>
            </a:r>
          </a:p>
          <a:p>
            <a:pPr lvl="2" eaLnBrk="1" latinLnBrk="0" hangingPunct="1"/>
            <a:r>
              <a:rPr kumimoji="0" lang="de-DE"/>
              <a:t>Dritte Ebene</a:t>
            </a:r>
          </a:p>
          <a:p>
            <a:pPr lvl="3" eaLnBrk="1" latinLnBrk="0" hangingPunct="1"/>
            <a:r>
              <a:rPr kumimoji="0" lang="de-DE"/>
              <a:t>Vierte Ebene</a:t>
            </a:r>
          </a:p>
          <a:p>
            <a:pPr lvl="4" eaLnBrk="1" latinLnBrk="0" hangingPunct="1"/>
            <a:r>
              <a:rPr kumimoji="0" lang="de-DE"/>
              <a:t>Fünfte Ebene</a:t>
            </a:r>
            <a:endParaRPr kumimoji="0" lang="en-US"/>
          </a:p>
        </p:txBody>
      </p:sp>
      <p:sp>
        <p:nvSpPr>
          <p:cNvPr id="14" name="Datumsplatzhalter 13"/>
          <p:cNvSpPr>
            <a:spLocks noGrp="1"/>
          </p:cNvSpPr>
          <p:nvPr>
            <p:ph type="dt" sz="half" idx="2"/>
          </p:nvPr>
        </p:nvSpPr>
        <p:spPr>
          <a:xfrm>
            <a:off x="8782048" y="612648"/>
            <a:ext cx="1276352" cy="457200"/>
          </a:xfrm>
          <a:prstGeom prst="rect">
            <a:avLst/>
          </a:prstGeom>
        </p:spPr>
        <p:txBody>
          <a:bodyPr vert="horz"/>
          <a:lstStyle>
            <a:lvl1pPr algn="l" eaLnBrk="1" latinLnBrk="0" hangingPunct="1">
              <a:defRPr kumimoji="0" sz="800">
                <a:solidFill>
                  <a:schemeClr val="accent2"/>
                </a:solidFill>
              </a:defRPr>
            </a:lvl1pPr>
          </a:lstStyle>
          <a:p>
            <a:fld id="{D83A9F74-EE4C-49D6-9661-C67699B6A199}" type="datetime1">
              <a:rPr lang="de-DE" smtClean="0"/>
              <a:t>26.04.2025</a:t>
            </a:fld>
            <a:endParaRPr lang="en-US"/>
          </a:p>
        </p:txBody>
      </p:sp>
      <p:sp>
        <p:nvSpPr>
          <p:cNvPr id="3" name="Fußzeilenplatzhalter 2"/>
          <p:cNvSpPr>
            <a:spLocks noGrp="1"/>
          </p:cNvSpPr>
          <p:nvPr>
            <p:ph type="ftr" sz="quarter" idx="3"/>
          </p:nvPr>
        </p:nvSpPr>
        <p:spPr>
          <a:xfrm>
            <a:off x="7010400" y="612648"/>
            <a:ext cx="1767840" cy="457200"/>
          </a:xfrm>
          <a:prstGeom prst="rect">
            <a:avLst/>
          </a:prstGeom>
        </p:spPr>
        <p:txBody>
          <a:bodyPr vert="horz"/>
          <a:lstStyle>
            <a:lvl1pPr algn="r" eaLnBrk="1" latinLnBrk="0" hangingPunct="1">
              <a:defRPr kumimoji="0" sz="800">
                <a:solidFill>
                  <a:schemeClr val="accent2"/>
                </a:solidFill>
              </a:defRPr>
            </a:lvl1pPr>
          </a:lstStyle>
          <a:p>
            <a:endParaRPr lang="en-US"/>
          </a:p>
        </p:txBody>
      </p:sp>
      <p:sp>
        <p:nvSpPr>
          <p:cNvPr id="23" name="Foliennummernplatzhalter 22"/>
          <p:cNvSpPr>
            <a:spLocks noGrp="1"/>
          </p:cNvSpPr>
          <p:nvPr>
            <p:ph type="sldNum" sz="quarter" idx="4"/>
          </p:nvPr>
        </p:nvSpPr>
        <p:spPr>
          <a:xfrm>
            <a:off x="10899648" y="2272"/>
            <a:ext cx="1016000" cy="365760"/>
          </a:xfrm>
          <a:prstGeom prst="rect">
            <a:avLst/>
          </a:prstGeom>
        </p:spPr>
        <p:txBody>
          <a:bodyPr vert="horz" anchor="b"/>
          <a:lstStyle>
            <a:lvl1pPr algn="r" eaLnBrk="1" latinLnBrk="0" hangingPunct="1">
              <a:defRPr kumimoji="0" sz="1800">
                <a:solidFill>
                  <a:srgbClr val="FFFFFF"/>
                </a:solidFill>
              </a:defRPr>
            </a:lvl1pPr>
          </a:lstStyle>
          <a:p>
            <a:fld id="{08800960-3D65-46F7-85EE-A2D8630D61E5}" type="slidenum">
              <a:rPr lang="en-US" smtClean="0"/>
              <a:t>‹Nr.›</a:t>
            </a:fld>
            <a:endParaRPr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4CDC419A-039A-68AB-CD83-9DA587552C64}"/>
              </a:ext>
            </a:extLst>
          </p:cNvPr>
          <p:cNvSpPr>
            <a:spLocks noGrp="1"/>
          </p:cNvSpPr>
          <p:nvPr>
            <p:ph type="title"/>
          </p:nvPr>
        </p:nvSpPr>
        <p:spPr/>
        <p:txBody>
          <a:bodyPr/>
          <a:lstStyle/>
          <a:p>
            <a:r>
              <a:rPr lang="de-DE" dirty="0"/>
              <a:t>Aufgabenabgrenzung (zu entfernen)</a:t>
            </a:r>
          </a:p>
        </p:txBody>
      </p:sp>
      <p:pic>
        <p:nvPicPr>
          <p:cNvPr id="7" name="Grafik 6">
            <a:extLst>
              <a:ext uri="{FF2B5EF4-FFF2-40B4-BE49-F238E27FC236}">
                <a16:creationId xmlns:a16="http://schemas.microsoft.com/office/drawing/2014/main" id="{1FEB74DB-0C3A-5B09-3395-00C5DAF88DFD}"/>
              </a:ext>
            </a:extLst>
          </p:cNvPr>
          <p:cNvPicPr>
            <a:picLocks noChangeAspect="1"/>
          </p:cNvPicPr>
          <p:nvPr/>
        </p:nvPicPr>
        <p:blipFill>
          <a:blip r:embed="rId3"/>
          <a:stretch>
            <a:fillRect/>
          </a:stretch>
        </p:blipFill>
        <p:spPr>
          <a:xfrm>
            <a:off x="609600" y="2060848"/>
            <a:ext cx="8091483" cy="4677889"/>
          </a:xfrm>
          <a:prstGeom prst="rect">
            <a:avLst/>
          </a:prstGeom>
        </p:spPr>
      </p:pic>
      <p:sp>
        <p:nvSpPr>
          <p:cNvPr id="8" name="Rechteck 7">
            <a:extLst>
              <a:ext uri="{FF2B5EF4-FFF2-40B4-BE49-F238E27FC236}">
                <a16:creationId xmlns:a16="http://schemas.microsoft.com/office/drawing/2014/main" id="{3677BA3F-5F4A-374E-357D-3AC6350FAB31}"/>
              </a:ext>
            </a:extLst>
          </p:cNvPr>
          <p:cNvSpPr/>
          <p:nvPr/>
        </p:nvSpPr>
        <p:spPr>
          <a:xfrm>
            <a:off x="695400" y="3645024"/>
            <a:ext cx="6480720" cy="64807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42037963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feld 3"/>
          <p:cNvSpPr txBox="1"/>
          <p:nvPr/>
        </p:nvSpPr>
        <p:spPr>
          <a:xfrm>
            <a:off x="407369" y="404664"/>
            <a:ext cx="5688631" cy="2575449"/>
          </a:xfrm>
          <a:prstGeom prst="rect">
            <a:avLst/>
          </a:prstGeom>
          <a:noFill/>
        </p:spPr>
        <p:txBody>
          <a:bodyPr wrap="square">
            <a:spAutoFit/>
          </a:bodyPr>
          <a:lstStyle/>
          <a:p>
            <a:pPr>
              <a:lnSpc>
                <a:spcPct val="150000"/>
              </a:lnSpc>
              <a:defRPr/>
            </a:pPr>
            <a:r>
              <a:rPr lang="de-DE" sz="2400">
                <a:solidFill>
                  <a:schemeClr val="bg1"/>
                </a:solidFill>
                <a:effectLst>
                  <a:outerShdw blurRad="50800" dist="38100" dir="2700000" algn="tl" rotWithShape="0">
                    <a:prstClr val="black">
                      <a:alpha val="40000"/>
                    </a:prstClr>
                  </a:outerShdw>
                </a:effectLst>
                <a:latin typeface="Verdana" panose="020B0604030504040204" pitchFamily="34" charset="0"/>
                <a:ea typeface="Verdana" panose="020B0604030504040204" pitchFamily="34" charset="0"/>
                <a:cs typeface="Verdana" panose="020B0604030504040204" pitchFamily="34" charset="0"/>
              </a:rPr>
              <a:t>Audiodeskription</a:t>
            </a:r>
          </a:p>
          <a:p>
            <a:pPr marL="285750" indent="-285750">
              <a:lnSpc>
                <a:spcPct val="150000"/>
              </a:lnSpc>
              <a:buFontTx/>
              <a:buChar char="-"/>
              <a:defRPr/>
            </a:pPr>
            <a:r>
              <a:rPr lang="de-DE" sz="1400">
                <a:solidFill>
                  <a:schemeClr val="bg1"/>
                </a:solidFill>
                <a:effectLst>
                  <a:outerShdw blurRad="50800" dist="38100" dir="2700000" algn="tl" rotWithShape="0">
                    <a:prstClr val="black">
                      <a:alpha val="40000"/>
                    </a:prstClr>
                  </a:outerShdw>
                </a:effectLst>
                <a:latin typeface="Verdana" panose="020B0604030504040204" pitchFamily="34" charset="0"/>
                <a:ea typeface="Verdana" panose="020B0604030504040204" pitchFamily="34" charset="0"/>
                <a:cs typeface="Verdana" panose="020B0604030504040204" pitchFamily="34" charset="0"/>
              </a:rPr>
              <a:t>KI-Modelle für die Analyse visueller Daten –</a:t>
            </a:r>
          </a:p>
          <a:p>
            <a:pPr>
              <a:lnSpc>
                <a:spcPct val="150000"/>
              </a:lnSpc>
              <a:defRPr/>
            </a:pPr>
            <a:endParaRPr lang="de-DE">
              <a:solidFill>
                <a:schemeClr val="bg1"/>
              </a:solidFill>
              <a:effectLst>
                <a:outerShdw blurRad="50800" dist="38100" dir="2700000" algn="tl" rotWithShape="0">
                  <a:prstClr val="black">
                    <a:alpha val="40000"/>
                  </a:prstClr>
                </a:outerShdw>
              </a:effectLst>
              <a:latin typeface="Verdana" panose="020B0604030504040204" pitchFamily="34" charset="0"/>
              <a:ea typeface="Verdana" panose="020B0604030504040204" pitchFamily="34" charset="0"/>
              <a:cs typeface="Verdana" panose="020B0604030504040204" pitchFamily="34" charset="0"/>
            </a:endParaRPr>
          </a:p>
          <a:p>
            <a:pPr>
              <a:lnSpc>
                <a:spcPct val="150000"/>
              </a:lnSpc>
              <a:defRPr/>
            </a:pPr>
            <a:r>
              <a:rPr lang="de-DE">
                <a:solidFill>
                  <a:schemeClr val="bg1"/>
                </a:solidFill>
                <a:effectLst>
                  <a:outerShdw blurRad="50800" dist="38100" dir="2700000" algn="tl" rotWithShape="0">
                    <a:prstClr val="black">
                      <a:alpha val="40000"/>
                    </a:prstClr>
                  </a:outerShdw>
                </a:effectLst>
                <a:latin typeface="Verdana" panose="020B0604030504040204" pitchFamily="34" charset="0"/>
                <a:ea typeface="Verdana" panose="020B0604030504040204" pitchFamily="34" charset="0"/>
                <a:cs typeface="Verdana" panose="020B0604030504040204" pitchFamily="34" charset="0"/>
              </a:rPr>
              <a:t>06.05. / 07.05.2025</a:t>
            </a:r>
            <a:endParaRPr lang="de-DE" dirty="0">
              <a:solidFill>
                <a:schemeClr val="bg1"/>
              </a:solidFill>
              <a:effectLst>
                <a:outerShdw blurRad="50800" dist="38100" dir="2700000" algn="tl" rotWithShape="0">
                  <a:prstClr val="black">
                    <a:alpha val="40000"/>
                  </a:prstClr>
                </a:outerShdw>
              </a:effectLst>
              <a:latin typeface="Verdana" panose="020B0604030504040204" pitchFamily="34" charset="0"/>
              <a:ea typeface="Verdana" panose="020B0604030504040204" pitchFamily="34" charset="0"/>
              <a:cs typeface="Verdana" panose="020B0604030504040204" pitchFamily="34" charset="0"/>
            </a:endParaRPr>
          </a:p>
          <a:p>
            <a:pPr>
              <a:lnSpc>
                <a:spcPct val="150000"/>
              </a:lnSpc>
              <a:defRPr/>
            </a:pPr>
            <a:endParaRPr lang="de-DE" dirty="0">
              <a:solidFill>
                <a:schemeClr val="bg1"/>
              </a:solidFill>
              <a:effectLst>
                <a:outerShdw blurRad="50800" dist="38100" dir="2700000" algn="tl" rotWithShape="0">
                  <a:prstClr val="black">
                    <a:alpha val="40000"/>
                  </a:prstClr>
                </a:outerShdw>
              </a:effectLst>
              <a:latin typeface="Verdana" panose="020B0604030504040204" pitchFamily="34" charset="0"/>
              <a:ea typeface="Verdana" panose="020B0604030504040204" pitchFamily="34" charset="0"/>
              <a:cs typeface="Verdana" panose="020B0604030504040204" pitchFamily="34" charset="0"/>
            </a:endParaRPr>
          </a:p>
          <a:p>
            <a:pPr>
              <a:lnSpc>
                <a:spcPct val="150000"/>
              </a:lnSpc>
              <a:defRPr/>
            </a:pPr>
            <a:r>
              <a:rPr lang="de-DE">
                <a:solidFill>
                  <a:schemeClr val="bg1"/>
                </a:solidFill>
                <a:effectLst>
                  <a:outerShdw blurRad="50800" dist="38100" dir="2700000" algn="tl" rotWithShape="0">
                    <a:prstClr val="black">
                      <a:alpha val="40000"/>
                    </a:prstClr>
                  </a:outerShdw>
                </a:effectLst>
                <a:latin typeface="Verdana" panose="020B0604030504040204" pitchFamily="34" charset="0"/>
                <a:ea typeface="Verdana" panose="020B0604030504040204" pitchFamily="34" charset="0"/>
                <a:cs typeface="Verdana" panose="020B0604030504040204" pitchFamily="34" charset="0"/>
              </a:rPr>
              <a:t>Projektgruppe</a:t>
            </a:r>
            <a:endParaRPr lang="de-DE" dirty="0">
              <a:solidFill>
                <a:schemeClr val="bg1"/>
              </a:solidFill>
              <a:effectLst>
                <a:outerShdw blurRad="50800" dist="38100" dir="2700000" algn="tl" rotWithShape="0">
                  <a:prstClr val="black">
                    <a:alpha val="40000"/>
                  </a:prstClr>
                </a:outerShdw>
              </a:effectLst>
              <a:latin typeface="Verdana" panose="020B0604030504040204" pitchFamily="34" charset="0"/>
              <a:ea typeface="Verdana" panose="020B0604030504040204" pitchFamily="34" charset="0"/>
              <a:cs typeface="Verdana" panose="020B0604030504040204" pitchFamily="34" charset="0"/>
            </a:endParaRPr>
          </a:p>
        </p:txBody>
      </p:sp>
      <p:sp>
        <p:nvSpPr>
          <p:cNvPr id="5" name="Rectangle 8"/>
          <p:cNvSpPr>
            <a:spLocks noGrp="1" noChangeArrowheads="1"/>
          </p:cNvSpPr>
          <p:nvPr>
            <p:ph type="subTitle" idx="1"/>
          </p:nvPr>
        </p:nvSpPr>
        <p:spPr>
          <a:xfrm>
            <a:off x="335360" y="4293096"/>
            <a:ext cx="4608512" cy="2160240"/>
          </a:xfrm>
        </p:spPr>
        <p:txBody>
          <a:bodyPr rtlCol="0">
            <a:normAutofit/>
          </a:bodyPr>
          <a:lstStyle/>
          <a:p>
            <a:pPr>
              <a:lnSpc>
                <a:spcPct val="150000"/>
              </a:lnSpc>
              <a:defRPr/>
            </a:pPr>
            <a:r>
              <a:rPr lang="de-DE" sz="1400" u="sng">
                <a:latin typeface="Verdana" panose="020B0604030504040204" pitchFamily="34" charset="0"/>
                <a:ea typeface="Verdana" panose="020B0604030504040204" pitchFamily="34" charset="0"/>
                <a:cs typeface="Verdana" panose="020B0604030504040204" pitchFamily="34" charset="0"/>
              </a:rPr>
              <a:t>Referenten</a:t>
            </a:r>
          </a:p>
          <a:p>
            <a:pPr>
              <a:lnSpc>
                <a:spcPct val="150000"/>
              </a:lnSpc>
              <a:defRPr/>
            </a:pPr>
            <a:r>
              <a:rPr lang="de-DE" sz="1400">
                <a:latin typeface="Verdana" panose="020B0604030504040204" pitchFamily="34" charset="0"/>
                <a:ea typeface="Verdana" panose="020B0604030504040204" pitchFamily="34" charset="0"/>
                <a:cs typeface="Verdana" panose="020B0604030504040204" pitchFamily="34" charset="0"/>
              </a:rPr>
              <a:t>Koch, Claus-Peter</a:t>
            </a:r>
          </a:p>
          <a:p>
            <a:pPr>
              <a:lnSpc>
                <a:spcPct val="150000"/>
              </a:lnSpc>
              <a:defRPr/>
            </a:pPr>
            <a:r>
              <a:rPr lang="de-DE" sz="1400">
                <a:latin typeface="Verdana" panose="020B0604030504040204" pitchFamily="34" charset="0"/>
                <a:ea typeface="Verdana" panose="020B0604030504040204" pitchFamily="34" charset="0"/>
                <a:cs typeface="Verdana" panose="020B0604030504040204" pitchFamily="34" charset="0"/>
              </a:rPr>
              <a:t>Neuhalfen, Felicitas</a:t>
            </a:r>
          </a:p>
          <a:p>
            <a:pPr>
              <a:lnSpc>
                <a:spcPct val="150000"/>
              </a:lnSpc>
              <a:defRPr/>
            </a:pPr>
            <a:r>
              <a:rPr lang="de-DE" sz="1400">
                <a:latin typeface="Verdana" panose="020B0604030504040204" pitchFamily="34" charset="0"/>
                <a:ea typeface="Verdana" panose="020B0604030504040204" pitchFamily="34" charset="0"/>
                <a:cs typeface="Verdana" panose="020B0604030504040204" pitchFamily="34" charset="0"/>
              </a:rPr>
              <a:t>Ysop, Dietmar</a:t>
            </a:r>
          </a:p>
        </p:txBody>
      </p:sp>
      <p:pic>
        <p:nvPicPr>
          <p:cNvPr id="3" name="Grafik 2">
            <a:extLst>
              <a:ext uri="{FF2B5EF4-FFF2-40B4-BE49-F238E27FC236}">
                <a16:creationId xmlns:a16="http://schemas.microsoft.com/office/drawing/2014/main" id="{B041DD58-48B2-5F4E-9AFE-53178492BD07}"/>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40216" y="5688429"/>
            <a:ext cx="3841846" cy="941380"/>
          </a:xfrm>
          <a:prstGeom prst="rect">
            <a:avLst/>
          </a:prstGeom>
        </p:spPr>
      </p:pic>
      <p:pic>
        <p:nvPicPr>
          <p:cNvPr id="8" name="Grafik 7" descr="Ein Bild, das Screenshot, Raum, Kreis, Licht enthält.">
            <a:extLst>
              <a:ext uri="{FF2B5EF4-FFF2-40B4-BE49-F238E27FC236}">
                <a16:creationId xmlns:a16="http://schemas.microsoft.com/office/drawing/2014/main" id="{103C4555-7478-07A5-16DE-0B2DFD319860}"/>
              </a:ext>
            </a:extLst>
          </p:cNvPr>
          <p:cNvPicPr>
            <a:picLocks noChangeAspect="1"/>
          </p:cNvPicPr>
          <p:nvPr/>
        </p:nvPicPr>
        <p:blipFill>
          <a:blip r:embed="rId3" cstate="print">
            <a:alphaModFix/>
            <a:extLst>
              <a:ext uri="{28A0092B-C50C-407E-A947-70E740481C1C}">
                <a14:useLocalDpi xmlns:a14="http://schemas.microsoft.com/office/drawing/2010/main" val="0"/>
              </a:ext>
            </a:extLst>
          </a:blip>
          <a:stretch>
            <a:fillRect/>
          </a:stretch>
        </p:blipFill>
        <p:spPr>
          <a:xfrm>
            <a:off x="6096000" y="0"/>
            <a:ext cx="6096000" cy="3708000"/>
          </a:xfrm>
          <a:prstGeom prst="rect">
            <a:avLst/>
          </a:prstGeom>
        </p:spPr>
      </p:pic>
      <p:sp>
        <p:nvSpPr>
          <p:cNvPr id="9" name="Rechteck 8">
            <a:extLst>
              <a:ext uri="{FF2B5EF4-FFF2-40B4-BE49-F238E27FC236}">
                <a16:creationId xmlns:a16="http://schemas.microsoft.com/office/drawing/2014/main" id="{B9EBFDA2-089E-4B05-54A9-EA7E4905ABF5}"/>
              </a:ext>
            </a:extLst>
          </p:cNvPr>
          <p:cNvSpPr/>
          <p:nvPr/>
        </p:nvSpPr>
        <p:spPr>
          <a:xfrm>
            <a:off x="6096000" y="0"/>
            <a:ext cx="6096000" cy="3686400"/>
          </a:xfrm>
          <a:prstGeom prst="rect">
            <a:avLst/>
          </a:prstGeom>
          <a:solidFill>
            <a:srgbClr val="424456">
              <a:alpha val="3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4282094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AEEA5-AD1F-0E8D-3F3A-45518C444A98}"/>
            </a:ext>
          </a:extLst>
        </p:cNvPr>
        <p:cNvGrpSpPr/>
        <p:nvPr/>
      </p:nvGrpSpPr>
      <p:grpSpPr>
        <a:xfrm>
          <a:off x="0" y="0"/>
          <a:ext cx="0" cy="0"/>
          <a:chOff x="0" y="0"/>
          <a:chExt cx="0" cy="0"/>
        </a:xfrm>
      </p:grpSpPr>
      <p:sp>
        <p:nvSpPr>
          <p:cNvPr id="4" name="Foliennummernplatzhalter 5">
            <a:extLst>
              <a:ext uri="{FF2B5EF4-FFF2-40B4-BE49-F238E27FC236}">
                <a16:creationId xmlns:a16="http://schemas.microsoft.com/office/drawing/2014/main" id="{D99FF903-395B-86B0-FF15-CA707FA86056}"/>
              </a:ext>
            </a:extLst>
          </p:cNvPr>
          <p:cNvSpPr>
            <a:spLocks noGrp="1"/>
          </p:cNvSpPr>
          <p:nvPr>
            <p:ph type="sldNum" sz="quarter" idx="12"/>
          </p:nvPr>
        </p:nvSpPr>
        <p:spPr>
          <a:xfrm>
            <a:off x="8832304" y="0"/>
            <a:ext cx="1628432" cy="368032"/>
          </a:xfrm>
        </p:spPr>
        <p:txBody>
          <a:bodyPr/>
          <a:lstStyle/>
          <a:p>
            <a:r>
              <a:rPr lang="de-DE">
                <a:latin typeface="Verdana" panose="020B0604030504040204" pitchFamily="34" charset="0"/>
                <a:ea typeface="Verdana" panose="020B0604030504040204" pitchFamily="34" charset="0"/>
                <a:cs typeface="Verdana" panose="020B0604030504040204" pitchFamily="34" charset="0"/>
              </a:rPr>
              <a:t>Seite </a:t>
            </a:r>
            <a:fld id="{538D1101-B71C-42C1-B823-1158DE9643FE}" type="slidenum">
              <a:rPr lang="de-DE" smtClean="0">
                <a:latin typeface="Verdana" panose="020B0604030504040204" pitchFamily="34" charset="0"/>
                <a:ea typeface="Verdana" panose="020B0604030504040204" pitchFamily="34" charset="0"/>
                <a:cs typeface="Verdana" panose="020B0604030504040204" pitchFamily="34" charset="0"/>
              </a:rPr>
              <a:t>3</a:t>
            </a:fld>
            <a:endParaRPr lang="de-DE">
              <a:latin typeface="Verdana" panose="020B0604030504040204" pitchFamily="34" charset="0"/>
              <a:ea typeface="Verdana" panose="020B0604030504040204" pitchFamily="34" charset="0"/>
              <a:cs typeface="Verdana" panose="020B0604030504040204" pitchFamily="34" charset="0"/>
            </a:endParaRPr>
          </a:p>
        </p:txBody>
      </p:sp>
      <p:sp>
        <p:nvSpPr>
          <p:cNvPr id="8" name="Rectangle 2">
            <a:extLst>
              <a:ext uri="{FF2B5EF4-FFF2-40B4-BE49-F238E27FC236}">
                <a16:creationId xmlns:a16="http://schemas.microsoft.com/office/drawing/2014/main" id="{28681B37-C29A-B7BC-202F-1CCF873BDD4E}"/>
              </a:ext>
            </a:extLst>
          </p:cNvPr>
          <p:cNvSpPr>
            <a:spLocks noChangeArrowheads="1"/>
          </p:cNvSpPr>
          <p:nvPr/>
        </p:nvSpPr>
        <p:spPr bwMode="auto">
          <a:xfrm>
            <a:off x="407368" y="1957482"/>
            <a:ext cx="4283545"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200" b="1" i="0" u="none" strike="noStrike" cap="none" normalizeH="0" baseline="0">
                <a:ln>
                  <a:noFill/>
                </a:ln>
                <a:solidFill>
                  <a:schemeClr val="tx1"/>
                </a:solidFill>
                <a:effectLst/>
                <a:latin typeface="Arial" panose="020B0604020202020204" pitchFamily="34" charset="0"/>
              </a:rPr>
              <a:t>1️⃣ Ausgangslage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de-DE" altLang="de-DE" sz="1200" b="1" i="0" u="none" strike="noStrike" cap="none" normalizeH="0" baseline="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de-DE" altLang="de-DE" sz="1200" b="0" i="0" u="none" strike="noStrike" cap="none" normalizeH="0" baseline="0">
                <a:ln>
                  <a:noFill/>
                </a:ln>
                <a:solidFill>
                  <a:schemeClr val="tx1"/>
                </a:solidFill>
                <a:effectLst/>
                <a:latin typeface="Arial" panose="020B0604020202020204" pitchFamily="34" charset="0"/>
              </a:rPr>
              <a:t>Mediennutzung und Barrierefreiheit</a:t>
            </a:r>
            <a:r>
              <a:rPr kumimoji="0" lang="de-DE" altLang="de-DE" sz="1200" i="0" u="none" strike="noStrike" cap="none" normalizeH="0" baseline="0">
                <a:ln>
                  <a:noFill/>
                </a:ln>
                <a:solidFill>
                  <a:schemeClr val="tx1"/>
                </a:solidFill>
                <a:effectLst/>
                <a:latin typeface="Arial" panose="020B0604020202020204" pitchFamily="34" charset="0"/>
              </a:rPr>
              <a:t> </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de-DE" altLang="de-DE" sz="1200">
                <a:latin typeface="Arial" panose="020B0604020202020204" pitchFamily="34" charset="0"/>
              </a:rPr>
              <a:t>Stand der Wissenschaft und t</a:t>
            </a:r>
            <a:r>
              <a:rPr kumimoji="0" lang="de-DE" altLang="de-DE" sz="1200" i="0" u="none" strike="noStrike" cap="none" normalizeH="0" baseline="0">
                <a:ln>
                  <a:noFill/>
                </a:ln>
                <a:solidFill>
                  <a:schemeClr val="tx1"/>
                </a:solidFill>
                <a:effectLst/>
                <a:latin typeface="Arial" panose="020B0604020202020204" pitchFamily="34" charset="0"/>
              </a:rPr>
              <a:t>echnologischer Fortschritt​ </a:t>
            </a:r>
          </a:p>
          <a:p>
            <a:pPr marL="0" marR="0" lvl="0" indent="0" algn="l" defTabSz="914400" rtl="0" eaLnBrk="0" fontAlgn="base" latinLnBrk="0" hangingPunct="0">
              <a:lnSpc>
                <a:spcPct val="100000"/>
              </a:lnSpc>
              <a:spcBef>
                <a:spcPct val="0"/>
              </a:spcBef>
              <a:spcAft>
                <a:spcPct val="0"/>
              </a:spcAft>
              <a:buClrTx/>
              <a:buSzTx/>
              <a:tabLst/>
            </a:pPr>
            <a:endParaRPr lang="de-DE" altLang="de-DE" sz="120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de-DE" altLang="de-DE" sz="12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200" b="1" i="0" u="none" strike="noStrike" cap="none" normalizeH="0" baseline="0">
                <a:ln>
                  <a:noFill/>
                </a:ln>
                <a:solidFill>
                  <a:schemeClr val="tx1"/>
                </a:solidFill>
                <a:effectLst/>
                <a:latin typeface="Arial" panose="020B0604020202020204" pitchFamily="34" charset="0"/>
              </a:rPr>
              <a:t>2️⃣  Data Pipeline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de-DE" altLang="de-DE" sz="1200" b="1" i="0" u="none" strike="noStrike" cap="none" normalizeH="0" baseline="0">
              <a:ln>
                <a:noFill/>
              </a:ln>
              <a:solidFill>
                <a:schemeClr val="tx1"/>
              </a:solidFill>
              <a:effectLst/>
              <a:latin typeface="Arial" panose="020B0604020202020204" pitchFamily="34" charset="0"/>
            </a:endParaRPr>
          </a:p>
          <a:p>
            <a:pPr marL="171450" marR="0" lvl="0" indent="-1714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de-DE" altLang="de-DE" sz="1200" i="0" u="none" strike="noStrike" cap="none" normalizeH="0" baseline="0">
                <a:ln>
                  <a:noFill/>
                </a:ln>
                <a:solidFill>
                  <a:schemeClr val="tx1"/>
                </a:solidFill>
                <a:effectLst/>
                <a:latin typeface="Arial" panose="020B0604020202020204" pitchFamily="34" charset="0"/>
              </a:rPr>
              <a:t>Eingabe &amp; Vorverarbeitung </a:t>
            </a:r>
          </a:p>
          <a:p>
            <a:pPr marL="171450" marR="0" lvl="0" indent="-1714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de-DE" altLang="de-DE" sz="1200" i="0" u="none" strike="noStrike" cap="none" normalizeH="0" baseline="0">
                <a:ln>
                  <a:noFill/>
                </a:ln>
                <a:solidFill>
                  <a:schemeClr val="tx1"/>
                </a:solidFill>
                <a:effectLst/>
                <a:latin typeface="Arial" panose="020B0604020202020204" pitchFamily="34" charset="0"/>
              </a:rPr>
              <a:t>Visuelle Analyse &amp; Beschreibung </a:t>
            </a:r>
          </a:p>
          <a:p>
            <a:pPr marL="171450" marR="0" lvl="0" indent="-1714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de-DE" altLang="de-DE" sz="1200" i="0" u="none" strike="noStrike" cap="none" normalizeH="0" baseline="0">
                <a:ln>
                  <a:noFill/>
                </a:ln>
                <a:solidFill>
                  <a:schemeClr val="tx1"/>
                </a:solidFill>
                <a:effectLst/>
                <a:latin typeface="Arial" panose="020B0604020202020204" pitchFamily="34" charset="0"/>
              </a:rPr>
              <a:t>Ausgabe, Evaluation &amp; Optimierung</a:t>
            </a:r>
          </a:p>
          <a:p>
            <a:pPr marL="171450" marR="0" lvl="0" indent="-1714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lang="de-DE" altLang="de-DE" sz="1200">
              <a:latin typeface="Arial" panose="020B0604020202020204" pitchFamily="34" charset="0"/>
            </a:endParaRPr>
          </a:p>
          <a:p>
            <a:pPr marR="0" lvl="0" algn="just" defTabSz="914400" rtl="0" eaLnBrk="0" fontAlgn="base" latinLnBrk="0" hangingPunct="0">
              <a:lnSpc>
                <a:spcPct val="100000"/>
              </a:lnSpc>
              <a:spcBef>
                <a:spcPct val="0"/>
              </a:spcBef>
              <a:spcAft>
                <a:spcPct val="0"/>
              </a:spcAft>
              <a:buClrTx/>
              <a:buSzTx/>
              <a:tabLst/>
            </a:pPr>
            <a:endParaRPr lang="de-DE" altLang="de-DE" sz="120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200" i="0" u="none" strike="noStrike" cap="none" normalizeH="0" baseline="0">
                <a:ln>
                  <a:noFill/>
                </a:ln>
                <a:solidFill>
                  <a:schemeClr val="tx1"/>
                </a:solidFill>
                <a:effectLst/>
                <a:latin typeface="Arial" panose="020B0604020202020204" pitchFamily="34" charset="0"/>
              </a:rPr>
              <a:t>3️⃣ </a:t>
            </a:r>
            <a:r>
              <a:rPr kumimoji="0" lang="de-DE" altLang="de-DE" sz="1200" b="1" i="0" u="none" strike="noStrike" cap="none" normalizeH="0" baseline="0">
                <a:ln>
                  <a:noFill/>
                </a:ln>
                <a:solidFill>
                  <a:schemeClr val="tx1"/>
                </a:solidFill>
                <a:effectLst/>
                <a:latin typeface="Arial" panose="020B0604020202020204" pitchFamily="34" charset="0"/>
              </a:rPr>
              <a:t> Agenda Punkt 3</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de-DE" altLang="de-DE" sz="1200" i="0" u="none" strike="noStrike" cap="none" normalizeH="0" baseline="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de-DE" altLang="de-DE" sz="1200" i="0" u="none" strike="noStrike" cap="none" normalizeH="0" baseline="0">
                <a:ln>
                  <a:noFill/>
                </a:ln>
                <a:solidFill>
                  <a:schemeClr val="tx1"/>
                </a:solidFill>
                <a:effectLst/>
                <a:latin typeface="Arial" panose="020B0604020202020204" pitchFamily="34" charset="0"/>
              </a:rPr>
              <a:t>… </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de-DE" altLang="de-DE" sz="1200" i="0" u="none" strike="noStrike" cap="none" normalizeH="0" baseline="0">
                <a:ln>
                  <a:noFill/>
                </a:ln>
                <a:solidFill>
                  <a:schemeClr val="tx1"/>
                </a:solidFill>
                <a:effectLst/>
                <a:latin typeface="Arial" panose="020B0604020202020204" pitchFamily="34" charset="0"/>
              </a:rPr>
              <a:t>… </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de-DE" altLang="de-DE" sz="1200" i="0" u="none" strike="noStrike" cap="none" normalizeH="0" baseline="0">
                <a:ln>
                  <a:noFill/>
                </a:ln>
                <a:solidFill>
                  <a:schemeClr val="tx1"/>
                </a:solidFill>
                <a:effectLst/>
                <a:latin typeface="Arial" panose="020B0604020202020204" pitchFamily="34" charset="0"/>
              </a:rPr>
              <a:t>…</a:t>
            </a:r>
            <a:endParaRPr kumimoji="0" lang="de-DE" altLang="de-DE" sz="1200" b="0" i="0" u="none" strike="noStrike" cap="none" normalizeH="0" baseline="0">
              <a:ln>
                <a:noFill/>
              </a:ln>
              <a:solidFill>
                <a:schemeClr val="tx1"/>
              </a:solidFill>
              <a:effectLst/>
              <a:latin typeface="Arial" panose="020B0604020202020204" pitchFamily="34" charset="0"/>
            </a:endParaRPr>
          </a:p>
        </p:txBody>
      </p:sp>
      <p:sp>
        <p:nvSpPr>
          <p:cNvPr id="10" name="Rectangle 1">
            <a:extLst>
              <a:ext uri="{FF2B5EF4-FFF2-40B4-BE49-F238E27FC236}">
                <a16:creationId xmlns:a16="http://schemas.microsoft.com/office/drawing/2014/main" id="{190B9A6A-8FDF-C676-74F4-EF61914813DE}"/>
              </a:ext>
            </a:extLst>
          </p:cNvPr>
          <p:cNvSpPr>
            <a:spLocks noChangeArrowheads="1"/>
          </p:cNvSpPr>
          <p:nvPr/>
        </p:nvSpPr>
        <p:spPr bwMode="auto">
          <a:xfrm>
            <a:off x="7104112" y="1865149"/>
            <a:ext cx="1646605"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200" i="0" u="none" strike="noStrike" cap="none" normalizeH="0" baseline="0">
                <a:ln>
                  <a:noFill/>
                </a:ln>
                <a:solidFill>
                  <a:schemeClr val="tx1"/>
                </a:solidFill>
                <a:effectLst/>
                <a:latin typeface="Arial" panose="020B0604020202020204" pitchFamily="34" charset="0"/>
              </a:rPr>
              <a:t>​4️⃣ </a:t>
            </a:r>
            <a:r>
              <a:rPr kumimoji="0" lang="de-DE" altLang="de-DE" sz="1200" b="1" i="0" u="none" strike="noStrike" cap="none" normalizeH="0" baseline="0">
                <a:ln>
                  <a:noFill/>
                </a:ln>
                <a:solidFill>
                  <a:schemeClr val="tx1"/>
                </a:solidFill>
                <a:effectLst/>
                <a:latin typeface="Arial" panose="020B0604020202020204" pitchFamily="34" charset="0"/>
              </a:rPr>
              <a:t> Agenda Punkt 4</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de-DE" altLang="de-DE" sz="1200" i="0" u="none" strike="noStrike" cap="none" normalizeH="0" baseline="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de-DE" altLang="de-DE" sz="1200" i="0" u="none" strike="noStrike" cap="none" normalizeH="0" baseline="0">
                <a:ln>
                  <a:noFill/>
                </a:ln>
                <a:solidFill>
                  <a:schemeClr val="tx1"/>
                </a:solidFill>
                <a:effectLst/>
                <a:latin typeface="Arial" panose="020B0604020202020204" pitchFamily="34" charset="0"/>
              </a:rPr>
              <a:t>… </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de-DE" altLang="de-DE" sz="1200" i="0" u="none" strike="noStrike" cap="none" normalizeH="0" baseline="0">
                <a:ln>
                  <a:noFill/>
                </a:ln>
                <a:solidFill>
                  <a:schemeClr val="tx1"/>
                </a:solidFill>
                <a:effectLst/>
                <a:latin typeface="Arial" panose="020B0604020202020204" pitchFamily="34" charset="0"/>
              </a:rPr>
              <a:t>… </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de-DE" altLang="de-DE" sz="1200" i="0" u="none" strike="noStrike" cap="none" normalizeH="0" baseline="0">
                <a:ln>
                  <a:noFill/>
                </a:ln>
                <a:solidFill>
                  <a:schemeClr val="tx1"/>
                </a:solidFill>
                <a:effectLst/>
                <a:latin typeface="Arial" panose="020B0604020202020204" pitchFamily="34" charset="0"/>
              </a:rPr>
              <a:t>… </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de-DE" altLang="de-DE" sz="1200" i="0" u="none" strike="noStrike" cap="none" normalizeH="0" baseline="0">
                <a:ln>
                  <a:noFill/>
                </a:ln>
                <a:solidFill>
                  <a:schemeClr val="tx1"/>
                </a:solidFill>
                <a:effectLst/>
                <a:latin typeface="Arial" panose="020B0604020202020204" pitchFamily="34" charset="0"/>
              </a:rPr>
              <a:t>​</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lang="de-DE" altLang="de-DE" sz="1200">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de-DE" altLang="de-DE" sz="1200" i="0" u="none" strike="noStrike" cap="none" normalizeH="0" baseline="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lang="de-DE" altLang="de-DE" sz="1200">
              <a:latin typeface="Arial" panose="020B0604020202020204" pitchFamily="34" charset="0"/>
            </a:endParaRPr>
          </a:p>
          <a:p>
            <a:pPr>
              <a:buNone/>
            </a:pPr>
            <a:r>
              <a:rPr lang="de-DE" sz="1200">
                <a:latin typeface="Arial" panose="020B0604020202020204" pitchFamily="34" charset="0"/>
                <a:cs typeface="Arial" panose="020B0604020202020204" pitchFamily="34" charset="0"/>
              </a:rPr>
              <a:t>5️⃣ </a:t>
            </a:r>
            <a:r>
              <a:rPr kumimoji="0" lang="de-DE" altLang="de-DE" sz="1200" b="1" i="0" u="none" strike="noStrike" cap="none" normalizeH="0" baseline="0">
                <a:ln>
                  <a:noFill/>
                </a:ln>
                <a:solidFill>
                  <a:schemeClr val="tx1"/>
                </a:solidFill>
                <a:effectLst/>
                <a:latin typeface="Arial" panose="020B0604020202020204" pitchFamily="34" charset="0"/>
              </a:rPr>
              <a:t> Agenda Punkt 5</a:t>
            </a:r>
            <a:endParaRPr lang="de-DE" sz="1200" b="1">
              <a:latin typeface="Arial" panose="020B0604020202020204" pitchFamily="34" charset="0"/>
              <a:cs typeface="Arial" panose="020B0604020202020204" pitchFamily="34" charset="0"/>
            </a:endParaRPr>
          </a:p>
          <a:p>
            <a:pPr>
              <a:buNone/>
            </a:pPr>
            <a:endParaRPr lang="de-DE" sz="1200">
              <a:latin typeface="Arial" panose="020B0604020202020204" pitchFamily="34" charset="0"/>
              <a:cs typeface="Arial" panose="020B0604020202020204" pitchFamily="34" charset="0"/>
            </a:endParaRPr>
          </a:p>
          <a:p>
            <a:pPr marL="171450" indent="-171450">
              <a:buFont typeface="Wingdings" panose="05000000000000000000" pitchFamily="2" charset="2"/>
              <a:buChar char="§"/>
            </a:pPr>
            <a:r>
              <a:rPr lang="de-DE" sz="1200">
                <a:latin typeface="Arial" panose="020B0604020202020204" pitchFamily="34" charset="0"/>
                <a:cs typeface="Arial" panose="020B0604020202020204" pitchFamily="34" charset="0"/>
              </a:rPr>
              <a:t>…</a:t>
            </a:r>
          </a:p>
          <a:p>
            <a:pPr marL="171450" indent="-171450">
              <a:buFont typeface="Wingdings" panose="05000000000000000000" pitchFamily="2" charset="2"/>
              <a:buChar char="§"/>
            </a:pPr>
            <a:r>
              <a:rPr lang="de-DE" sz="1200">
                <a:latin typeface="Arial" panose="020B0604020202020204" pitchFamily="34" charset="0"/>
                <a:cs typeface="Arial" panose="020B0604020202020204" pitchFamily="34" charset="0"/>
              </a:rPr>
              <a:t>…</a:t>
            </a:r>
          </a:p>
          <a:p>
            <a:pPr marL="171450" indent="-171450">
              <a:buFont typeface="Wingdings" panose="05000000000000000000" pitchFamily="2" charset="2"/>
              <a:buChar char="§"/>
            </a:pPr>
            <a:r>
              <a:rPr lang="de-DE" sz="1200">
                <a:latin typeface="Arial" panose="020B0604020202020204" pitchFamily="34" charset="0"/>
                <a:cs typeface="Arial" panose="020B0604020202020204" pitchFamily="34" charset="0"/>
              </a:rPr>
              <a:t>…</a:t>
            </a:r>
          </a:p>
          <a:p>
            <a:pPr>
              <a:buFont typeface="Arial" panose="020B0604020202020204" pitchFamily="34" charset="0"/>
              <a:buChar char="•"/>
            </a:pPr>
            <a:endParaRPr lang="de-DE" sz="1200">
              <a:latin typeface="Arial" panose="020B0604020202020204" pitchFamily="34" charset="0"/>
              <a:cs typeface="Arial" panose="020B0604020202020204" pitchFamily="34" charset="0"/>
            </a:endParaRPr>
          </a:p>
          <a:p>
            <a:endParaRPr lang="de-DE" sz="1200">
              <a:latin typeface="Arial" panose="020B0604020202020204" pitchFamily="34" charset="0"/>
              <a:cs typeface="Arial" panose="020B0604020202020204" pitchFamily="34" charset="0"/>
            </a:endParaRPr>
          </a:p>
          <a:p>
            <a:pPr>
              <a:buNone/>
            </a:pPr>
            <a:r>
              <a:rPr lang="de-DE" sz="1200">
                <a:latin typeface="Arial" panose="020B0604020202020204" pitchFamily="34" charset="0"/>
                <a:cs typeface="Arial" panose="020B0604020202020204" pitchFamily="34" charset="0"/>
              </a:rPr>
              <a:t>6️⃣ </a:t>
            </a:r>
            <a:r>
              <a:rPr kumimoji="0" lang="de-DE" altLang="de-DE" sz="1200" b="1" i="0" u="none" strike="noStrike" cap="none" normalizeH="0" baseline="0">
                <a:ln>
                  <a:noFill/>
                </a:ln>
                <a:solidFill>
                  <a:schemeClr val="tx1"/>
                </a:solidFill>
                <a:effectLst/>
                <a:latin typeface="Arial" panose="020B0604020202020204" pitchFamily="34" charset="0"/>
              </a:rPr>
              <a:t> Agenda Punkt 6</a:t>
            </a:r>
            <a:endParaRPr lang="de-DE" sz="1200" b="1">
              <a:latin typeface="Arial" panose="020B0604020202020204" pitchFamily="34" charset="0"/>
              <a:cs typeface="Arial" panose="020B0604020202020204" pitchFamily="34" charset="0"/>
            </a:endParaRPr>
          </a:p>
          <a:p>
            <a:pPr>
              <a:buNone/>
            </a:pPr>
            <a:endParaRPr lang="de-DE" sz="1200">
              <a:latin typeface="Arial" panose="020B0604020202020204" pitchFamily="34" charset="0"/>
              <a:cs typeface="Arial" panose="020B0604020202020204" pitchFamily="34" charset="0"/>
            </a:endParaRPr>
          </a:p>
          <a:p>
            <a:pPr marL="171450" indent="-171450">
              <a:buFont typeface="Wingdings" panose="05000000000000000000" pitchFamily="2" charset="2"/>
              <a:buChar char="§"/>
            </a:pPr>
            <a:r>
              <a:rPr lang="de-DE" sz="1200">
                <a:latin typeface="Arial" panose="020B0604020202020204" pitchFamily="34" charset="0"/>
                <a:cs typeface="Arial" panose="020B0604020202020204" pitchFamily="34" charset="0"/>
              </a:rPr>
              <a:t>…</a:t>
            </a:r>
            <a:endParaRPr kumimoji="0" lang="de-DE" altLang="de-DE" sz="1800" b="0" i="0" u="none" strike="noStrike" cap="none" normalizeH="0" baseline="0">
              <a:ln>
                <a:noFill/>
              </a:ln>
              <a:solidFill>
                <a:schemeClr val="tx1"/>
              </a:solidFill>
              <a:effectLst/>
              <a:latin typeface="Arial" panose="020B0604020202020204" pitchFamily="34" charset="0"/>
            </a:endParaRPr>
          </a:p>
        </p:txBody>
      </p:sp>
      <p:sp>
        <p:nvSpPr>
          <p:cNvPr id="11" name="Pfeil: Fünfeck 10">
            <a:extLst>
              <a:ext uri="{FF2B5EF4-FFF2-40B4-BE49-F238E27FC236}">
                <a16:creationId xmlns:a16="http://schemas.microsoft.com/office/drawing/2014/main" id="{80C701F5-8F51-7B03-F27D-7409A90DEF57}"/>
              </a:ext>
            </a:extLst>
          </p:cNvPr>
          <p:cNvSpPr/>
          <p:nvPr/>
        </p:nvSpPr>
        <p:spPr>
          <a:xfrm>
            <a:off x="551384" y="980728"/>
            <a:ext cx="1763688" cy="360040"/>
          </a:xfrm>
          <a:prstGeom prst="homePlate">
            <a:avLst/>
          </a:prstGeom>
          <a:solidFill>
            <a:srgbClr val="4380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400">
                <a:latin typeface="Verdana" panose="020B0604030504040204" pitchFamily="34" charset="0"/>
                <a:ea typeface="Verdana" panose="020B0604030504040204" pitchFamily="34" charset="0"/>
                <a:cs typeface="Verdana" panose="020B0604030504040204" pitchFamily="34" charset="0"/>
              </a:rPr>
              <a:t>Agenda</a:t>
            </a:r>
          </a:p>
        </p:txBody>
      </p:sp>
    </p:spTree>
    <p:extLst>
      <p:ext uri="{BB962C8B-B14F-4D97-AF65-F5344CB8AC3E}">
        <p14:creationId xmlns:p14="http://schemas.microsoft.com/office/powerpoint/2010/main" val="39256136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0" y="476672"/>
            <a:ext cx="12192000" cy="576000"/>
          </a:xfrm>
        </p:spPr>
        <p:txBody>
          <a:bodyPr>
            <a:noAutofit/>
          </a:bodyPr>
          <a:lstStyle/>
          <a:p>
            <a:r>
              <a:rPr kumimoji="0" lang="de-DE" altLang="de-DE" sz="2000" b="1" i="0" u="none" strike="noStrike" cap="none" normalizeH="0" baseline="0" dirty="0">
                <a:ln>
                  <a:noFill/>
                </a:ln>
                <a:solidFill>
                  <a:schemeClr val="tx1"/>
                </a:solidFill>
                <a:effectLst/>
                <a:latin typeface="Arial" panose="020B0604020202020204" pitchFamily="34" charset="0"/>
              </a:rPr>
              <a:t>1️⃣ Ausgangslage - Mediennutzung und Barrierefreiheit</a:t>
            </a:r>
            <a:endParaRPr lang="de-DE" sz="2400" b="1" dirty="0">
              <a:latin typeface="Arial" panose="020B0604020202020204" pitchFamily="34" charset="0"/>
              <a:ea typeface="Verdana" panose="020B0604030504040204" pitchFamily="34" charset="0"/>
              <a:cs typeface="Arial" panose="020B0604020202020204" pitchFamily="34" charset="0"/>
            </a:endParaRPr>
          </a:p>
        </p:txBody>
      </p:sp>
      <p:graphicFrame>
        <p:nvGraphicFramePr>
          <p:cNvPr id="44" name="Tabelle 43"/>
          <p:cNvGraphicFramePr>
            <a:graphicFrameLocks noGrp="1"/>
          </p:cNvGraphicFramePr>
          <p:nvPr>
            <p:extLst>
              <p:ext uri="{D42A27DB-BD31-4B8C-83A1-F6EECF244321}">
                <p14:modId xmlns:p14="http://schemas.microsoft.com/office/powerpoint/2010/main" val="394492477"/>
              </p:ext>
            </p:extLst>
          </p:nvPr>
        </p:nvGraphicFramePr>
        <p:xfrm>
          <a:off x="0" y="1057816"/>
          <a:ext cx="12191998" cy="33528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741714">
                  <a:extLst>
                    <a:ext uri="{9D8B030D-6E8A-4147-A177-3AD203B41FA5}">
                      <a16:colId xmlns:a16="http://schemas.microsoft.com/office/drawing/2014/main" val="20000"/>
                    </a:ext>
                  </a:extLst>
                </a:gridCol>
                <a:gridCol w="1741714">
                  <a:extLst>
                    <a:ext uri="{9D8B030D-6E8A-4147-A177-3AD203B41FA5}">
                      <a16:colId xmlns:a16="http://schemas.microsoft.com/office/drawing/2014/main" val="20001"/>
                    </a:ext>
                  </a:extLst>
                </a:gridCol>
                <a:gridCol w="1741714">
                  <a:extLst>
                    <a:ext uri="{9D8B030D-6E8A-4147-A177-3AD203B41FA5}">
                      <a16:colId xmlns:a16="http://schemas.microsoft.com/office/drawing/2014/main" val="20002"/>
                    </a:ext>
                  </a:extLst>
                </a:gridCol>
                <a:gridCol w="1741714">
                  <a:extLst>
                    <a:ext uri="{9D8B030D-6E8A-4147-A177-3AD203B41FA5}">
                      <a16:colId xmlns:a16="http://schemas.microsoft.com/office/drawing/2014/main" val="20003"/>
                    </a:ext>
                  </a:extLst>
                </a:gridCol>
                <a:gridCol w="1741714">
                  <a:extLst>
                    <a:ext uri="{9D8B030D-6E8A-4147-A177-3AD203B41FA5}">
                      <a16:colId xmlns:a16="http://schemas.microsoft.com/office/drawing/2014/main" val="20004"/>
                    </a:ext>
                  </a:extLst>
                </a:gridCol>
                <a:gridCol w="1741714">
                  <a:extLst>
                    <a:ext uri="{9D8B030D-6E8A-4147-A177-3AD203B41FA5}">
                      <a16:colId xmlns:a16="http://schemas.microsoft.com/office/drawing/2014/main" val="20005"/>
                    </a:ext>
                  </a:extLst>
                </a:gridCol>
                <a:gridCol w="1741714">
                  <a:extLst>
                    <a:ext uri="{9D8B030D-6E8A-4147-A177-3AD203B41FA5}">
                      <a16:colId xmlns:a16="http://schemas.microsoft.com/office/drawing/2014/main" val="20006"/>
                    </a:ext>
                  </a:extLst>
                </a:gridCol>
              </a:tblGrid>
              <a:tr h="298832">
                <a:tc>
                  <a:txBody>
                    <a:bodyPr/>
                    <a:lstStyle/>
                    <a:p>
                      <a:endParaRPr lang="de-DE" sz="1600">
                        <a:solidFill>
                          <a:schemeClr val="bg1"/>
                        </a:solidFill>
                      </a:endParaRPr>
                    </a:p>
                  </a:txBody>
                  <a:tcPr>
                    <a:solidFill>
                      <a:srgbClr val="FFC000"/>
                    </a:solidFill>
                  </a:tcPr>
                </a:tc>
                <a:tc>
                  <a:txBody>
                    <a:bodyPr/>
                    <a:lstStyle/>
                    <a:p>
                      <a:endParaRPr lang="de-DE" sz="1600" dirty="0">
                        <a:solidFill>
                          <a:schemeClr val="bg1"/>
                        </a:solidFill>
                      </a:endParaRPr>
                    </a:p>
                  </a:txBody>
                  <a:tcPr>
                    <a:solidFill>
                      <a:schemeClr val="bg1"/>
                    </a:solidFill>
                  </a:tcPr>
                </a:tc>
                <a:tc>
                  <a:txBody>
                    <a:bodyPr/>
                    <a:lstStyle/>
                    <a:p>
                      <a:endParaRPr lang="de-DE" sz="1600" b="1">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dirty="0">
                        <a:solidFill>
                          <a:schemeClr val="bg1"/>
                        </a:solidFill>
                      </a:endParaRPr>
                    </a:p>
                  </a:txBody>
                  <a:tcPr>
                    <a:solidFill>
                      <a:schemeClr val="bg1"/>
                    </a:solidFill>
                  </a:tcPr>
                </a:tc>
                <a:extLst>
                  <a:ext uri="{0D108BD9-81ED-4DB2-BD59-A6C34878D82A}">
                    <a16:rowId xmlns:a16="http://schemas.microsoft.com/office/drawing/2014/main" val="10000"/>
                  </a:ext>
                </a:extLst>
              </a:tr>
            </a:tbl>
          </a:graphicData>
        </a:graphic>
      </p:graphicFrame>
      <p:pic>
        <p:nvPicPr>
          <p:cNvPr id="6" name="Grafik 5" descr="Ein Bild, das Text, Screenshot, Diagramm, Schrift enthält.&#10;&#10;KI-generierte Inhalte können fehlerhaft sein.">
            <a:extLst>
              <a:ext uri="{FF2B5EF4-FFF2-40B4-BE49-F238E27FC236}">
                <a16:creationId xmlns:a16="http://schemas.microsoft.com/office/drawing/2014/main" id="{12D12562-3F34-A2F9-14FE-5F05E50ABC26}"/>
              </a:ext>
            </a:extLst>
          </p:cNvPr>
          <p:cNvPicPr>
            <a:picLocks noChangeAspect="1"/>
          </p:cNvPicPr>
          <p:nvPr/>
        </p:nvPicPr>
        <p:blipFill>
          <a:blip r:embed="rId3"/>
          <a:stretch>
            <a:fillRect/>
          </a:stretch>
        </p:blipFill>
        <p:spPr>
          <a:xfrm>
            <a:off x="6451692" y="2060848"/>
            <a:ext cx="5333262" cy="3555508"/>
          </a:xfrm>
          <a:prstGeom prst="rect">
            <a:avLst/>
          </a:prstGeom>
          <a:ln>
            <a:solidFill>
              <a:srgbClr val="438086"/>
            </a:solidFill>
          </a:ln>
        </p:spPr>
      </p:pic>
      <p:sp>
        <p:nvSpPr>
          <p:cNvPr id="8" name="Textfeld 7">
            <a:extLst>
              <a:ext uri="{FF2B5EF4-FFF2-40B4-BE49-F238E27FC236}">
                <a16:creationId xmlns:a16="http://schemas.microsoft.com/office/drawing/2014/main" id="{8AAC14A9-08B7-82D6-CFAD-EECE030AA113}"/>
              </a:ext>
            </a:extLst>
          </p:cNvPr>
          <p:cNvSpPr txBox="1"/>
          <p:nvPr/>
        </p:nvSpPr>
        <p:spPr>
          <a:xfrm>
            <a:off x="479376" y="2060848"/>
            <a:ext cx="5503540" cy="1443152"/>
          </a:xfrm>
          <a:prstGeom prst="rect">
            <a:avLst/>
          </a:prstGeom>
          <a:noFill/>
          <a:ln>
            <a:solidFill>
              <a:srgbClr val="438086"/>
            </a:solidFill>
          </a:ln>
        </p:spPr>
        <p:txBody>
          <a:bodyPr wrap="square">
            <a:spAutoFit/>
          </a:bodyPr>
          <a:lstStyle/>
          <a:p>
            <a:pPr algn="just">
              <a:lnSpc>
                <a:spcPct val="150000"/>
              </a:lnSpc>
            </a:pPr>
            <a:r>
              <a:rPr lang="de-DE" sz="1200" dirty="0">
                <a:latin typeface="Arial" panose="020B0604020202020204" pitchFamily="34" charset="0"/>
                <a:cs typeface="Arial" panose="020B0604020202020204" pitchFamily="34" charset="0"/>
              </a:rPr>
              <a:t>Audiodeskriptionen sind essenziell, um blinden und sehbehinderten Menschen den Zugang zu audiovisuellen Inhalten wie Filmen, Serien und Nachrichten zu ermöglichen. Die manuelle Erstellung dieser Beschreibungen ist jedoch zeit- und kostenintensiv und kann mit dem steigenden Bedarf an barrierefreiem, aktuellem Content kaum Schritt halten.</a:t>
            </a:r>
          </a:p>
        </p:txBody>
      </p:sp>
      <p:sp>
        <p:nvSpPr>
          <p:cNvPr id="9" name="Textfeld 8">
            <a:extLst>
              <a:ext uri="{FF2B5EF4-FFF2-40B4-BE49-F238E27FC236}">
                <a16:creationId xmlns:a16="http://schemas.microsoft.com/office/drawing/2014/main" id="{F8FEE055-6984-21EB-BA28-F6CFB693CC17}"/>
              </a:ext>
            </a:extLst>
          </p:cNvPr>
          <p:cNvSpPr txBox="1"/>
          <p:nvPr/>
        </p:nvSpPr>
        <p:spPr>
          <a:xfrm>
            <a:off x="407368" y="1499416"/>
            <a:ext cx="8136904" cy="307777"/>
          </a:xfrm>
          <a:prstGeom prst="rect">
            <a:avLst/>
          </a:prstGeom>
          <a:noFill/>
        </p:spPr>
        <p:txBody>
          <a:bodyPr wrap="square">
            <a:spAutoFit/>
          </a:bodyPr>
          <a:lstStyle/>
          <a:p>
            <a:r>
              <a:rPr lang="de-DE" sz="1400" b="1">
                <a:latin typeface="Arial" panose="020B0604020202020204" pitchFamily="34" charset="0"/>
                <a:cs typeface="Arial" panose="020B0604020202020204" pitchFamily="34" charset="0"/>
              </a:rPr>
              <a:t>Entwicklung einer KI-Lösung für Audiodeskriptionen</a:t>
            </a:r>
          </a:p>
        </p:txBody>
      </p:sp>
      <p:sp>
        <p:nvSpPr>
          <p:cNvPr id="10" name="Gleichschenkliges Dreieck 9">
            <a:extLst>
              <a:ext uri="{FF2B5EF4-FFF2-40B4-BE49-F238E27FC236}">
                <a16:creationId xmlns:a16="http://schemas.microsoft.com/office/drawing/2014/main" id="{F9EDF81D-1169-A549-7E65-EC908C651D5C}"/>
              </a:ext>
            </a:extLst>
          </p:cNvPr>
          <p:cNvSpPr/>
          <p:nvPr/>
        </p:nvSpPr>
        <p:spPr>
          <a:xfrm rot="5400000">
            <a:off x="409521" y="4520846"/>
            <a:ext cx="432048" cy="252028"/>
          </a:xfrm>
          <a:prstGeom prst="triangle">
            <a:avLst/>
          </a:prstGeom>
          <a:solidFill>
            <a:srgbClr val="488A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Textfeld 10">
            <a:extLst>
              <a:ext uri="{FF2B5EF4-FFF2-40B4-BE49-F238E27FC236}">
                <a16:creationId xmlns:a16="http://schemas.microsoft.com/office/drawing/2014/main" id="{EC05B794-F985-9DFA-B177-CE3D92A9FA43}"/>
              </a:ext>
            </a:extLst>
          </p:cNvPr>
          <p:cNvSpPr txBox="1"/>
          <p:nvPr/>
        </p:nvSpPr>
        <p:spPr>
          <a:xfrm>
            <a:off x="839416" y="3677364"/>
            <a:ext cx="5143500" cy="1938992"/>
          </a:xfrm>
          <a:prstGeom prst="rect">
            <a:avLst/>
          </a:prstGeom>
          <a:noFill/>
          <a:ln>
            <a:solidFill>
              <a:srgbClr val="438086"/>
            </a:solidFill>
          </a:ln>
        </p:spPr>
        <p:txBody>
          <a:bodyPr wrap="square">
            <a:spAutoFit/>
          </a:bodyPr>
          <a:lstStyle/>
          <a:p>
            <a:pPr algn="just">
              <a:buNone/>
            </a:pPr>
            <a:r>
              <a:rPr lang="de-DE" sz="1200">
                <a:latin typeface="Arial" panose="020B0604020202020204" pitchFamily="34" charset="0"/>
                <a:cs typeface="Arial" panose="020B0604020202020204" pitchFamily="34" charset="0"/>
              </a:rPr>
              <a:t>Die aktuelle Forschung zeigt deutlich:</a:t>
            </a:r>
          </a:p>
          <a:p>
            <a:pPr algn="just">
              <a:buNone/>
            </a:pPr>
            <a:br>
              <a:rPr lang="de-DE" sz="1200">
                <a:latin typeface="Arial" panose="020B0604020202020204" pitchFamily="34" charset="0"/>
                <a:cs typeface="Arial" panose="020B0604020202020204" pitchFamily="34" charset="0"/>
              </a:rPr>
            </a:br>
            <a:r>
              <a:rPr lang="de-DE" sz="1200" b="1">
                <a:latin typeface="Arial" panose="020B0604020202020204" pitchFamily="34" charset="0"/>
                <a:cs typeface="Arial" panose="020B0604020202020204" pitchFamily="34" charset="0"/>
              </a:rPr>
              <a:t>Technologische Grundlagen für eine automatisierte Erstellung von Audiodeskriptionen sind vorhanden.</a:t>
            </a:r>
          </a:p>
          <a:p>
            <a:pPr algn="just">
              <a:buNone/>
            </a:pPr>
            <a:endParaRPr lang="de-DE" sz="1200">
              <a:latin typeface="Arial" panose="020B0604020202020204" pitchFamily="34" charset="0"/>
              <a:cs typeface="Arial" panose="020B0604020202020204" pitchFamily="34" charset="0"/>
            </a:endParaRPr>
          </a:p>
          <a:p>
            <a:pPr algn="just"/>
            <a:r>
              <a:rPr lang="de-DE" sz="1200">
                <a:latin typeface="Arial" panose="020B0604020202020204" pitchFamily="34" charset="0"/>
                <a:cs typeface="Arial" panose="020B0604020202020204" pitchFamily="34" charset="0"/>
              </a:rPr>
              <a:t>Mehrere Ansätze sind praxistauglich und kombinierbar – insbesondere durch den Einsatz </a:t>
            </a:r>
            <a:r>
              <a:rPr lang="de-DE" sz="1200" b="1">
                <a:latin typeface="Arial" panose="020B0604020202020204" pitchFamily="34" charset="0"/>
                <a:cs typeface="Arial" panose="020B0604020202020204" pitchFamily="34" charset="0"/>
              </a:rPr>
              <a:t>zero-shot-fähiger Vision-Language-Modelle</a:t>
            </a:r>
            <a:r>
              <a:rPr lang="de-DE" sz="1200">
                <a:latin typeface="Arial" panose="020B0604020202020204" pitchFamily="34" charset="0"/>
                <a:cs typeface="Arial" panose="020B0604020202020204" pitchFamily="34" charset="0"/>
              </a:rPr>
              <a:t>, </a:t>
            </a:r>
            <a:r>
              <a:rPr lang="de-DE" sz="1200" b="1">
                <a:latin typeface="Arial" panose="020B0604020202020204" pitchFamily="34" charset="0"/>
                <a:cs typeface="Arial" panose="020B0604020202020204" pitchFamily="34" charset="0"/>
              </a:rPr>
              <a:t>regelbasiertem Post-Editing</a:t>
            </a:r>
            <a:r>
              <a:rPr lang="de-DE" sz="1200">
                <a:latin typeface="Arial" panose="020B0604020202020204" pitchFamily="34" charset="0"/>
                <a:cs typeface="Arial" panose="020B0604020202020204" pitchFamily="34" charset="0"/>
              </a:rPr>
              <a:t> und </a:t>
            </a:r>
            <a:r>
              <a:rPr lang="de-DE" sz="1200" b="1">
                <a:latin typeface="Arial" panose="020B0604020202020204" pitchFamily="34" charset="0"/>
                <a:cs typeface="Arial" panose="020B0604020202020204" pitchFamily="34" charset="0"/>
              </a:rPr>
              <a:t>modularer Systemarchitektur</a:t>
            </a:r>
            <a:r>
              <a:rPr lang="de-DE" sz="1200">
                <a:latin typeface="Arial" panose="020B0604020202020204" pitchFamily="34" charset="0"/>
                <a:cs typeface="Arial" panose="020B0604020202020204" pitchFamily="34" charset="0"/>
              </a:rPr>
              <a:t>. Damit wird es möglich, den bisherigen manuellen Aufwand erheblich zu reduzieren.</a:t>
            </a:r>
          </a:p>
        </p:txBody>
      </p:sp>
      <p:sp>
        <p:nvSpPr>
          <p:cNvPr id="13" name="Textfeld 12">
            <a:extLst>
              <a:ext uri="{FF2B5EF4-FFF2-40B4-BE49-F238E27FC236}">
                <a16:creationId xmlns:a16="http://schemas.microsoft.com/office/drawing/2014/main" id="{E268691F-06B9-A702-1059-E8F84732523A}"/>
              </a:ext>
            </a:extLst>
          </p:cNvPr>
          <p:cNvSpPr txBox="1"/>
          <p:nvPr/>
        </p:nvSpPr>
        <p:spPr>
          <a:xfrm>
            <a:off x="6451692" y="5677073"/>
            <a:ext cx="3373412" cy="246221"/>
          </a:xfrm>
          <a:prstGeom prst="rect">
            <a:avLst/>
          </a:prstGeom>
          <a:noFill/>
        </p:spPr>
        <p:txBody>
          <a:bodyPr wrap="square">
            <a:spAutoFit/>
          </a:bodyPr>
          <a:lstStyle/>
          <a:p>
            <a:pPr>
              <a:buNone/>
            </a:pPr>
            <a:r>
              <a:rPr lang="de-DE" sz="1000">
                <a:latin typeface="Arial" panose="020B0604020202020204" pitchFamily="34" charset="0"/>
                <a:cs typeface="Arial" panose="020B0604020202020204" pitchFamily="34" charset="0"/>
              </a:rPr>
              <a:t>Quelle: Eigene Darstellung.</a:t>
            </a:r>
          </a:p>
        </p:txBody>
      </p:sp>
      <p:sp>
        <p:nvSpPr>
          <p:cNvPr id="14" name="Textfeld 13">
            <a:extLst>
              <a:ext uri="{FF2B5EF4-FFF2-40B4-BE49-F238E27FC236}">
                <a16:creationId xmlns:a16="http://schemas.microsoft.com/office/drawing/2014/main" id="{CCC9F7C5-DDE7-C22D-A78A-A8A9828D4902}"/>
              </a:ext>
            </a:extLst>
          </p:cNvPr>
          <p:cNvSpPr txBox="1"/>
          <p:nvPr/>
        </p:nvSpPr>
        <p:spPr>
          <a:xfrm>
            <a:off x="10282162" y="5284937"/>
            <a:ext cx="1501204" cy="246221"/>
          </a:xfrm>
          <a:prstGeom prst="rect">
            <a:avLst/>
          </a:prstGeom>
          <a:noFill/>
        </p:spPr>
        <p:txBody>
          <a:bodyPr wrap="square">
            <a:spAutoFit/>
          </a:bodyPr>
          <a:lstStyle/>
          <a:p>
            <a:pPr>
              <a:buNone/>
            </a:pPr>
            <a:r>
              <a:rPr lang="de-DE" sz="1000">
                <a:latin typeface="Arial" panose="020B0604020202020204" pitchFamily="34" charset="0"/>
                <a:cs typeface="Arial" panose="020B0604020202020204" pitchFamily="34" charset="0"/>
              </a:rPr>
              <a:t>AD = Audiodeskription</a:t>
            </a:r>
          </a:p>
        </p:txBody>
      </p:sp>
    </p:spTree>
    <p:extLst>
      <p:ext uri="{BB962C8B-B14F-4D97-AF65-F5344CB8AC3E}">
        <p14:creationId xmlns:p14="http://schemas.microsoft.com/office/powerpoint/2010/main" val="4715558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C9108-1CE2-B466-73E9-D3573F7F027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35D0753-5476-20BD-4117-60B65085F6F6}"/>
              </a:ext>
            </a:extLst>
          </p:cNvPr>
          <p:cNvSpPr>
            <a:spLocks noGrp="1"/>
          </p:cNvSpPr>
          <p:nvPr>
            <p:ph type="title"/>
          </p:nvPr>
        </p:nvSpPr>
        <p:spPr>
          <a:xfrm>
            <a:off x="0" y="476672"/>
            <a:ext cx="12192000" cy="576000"/>
          </a:xfrm>
        </p:spPr>
        <p:txBody>
          <a:bodyPr>
            <a:noAutofit/>
          </a:bodyPr>
          <a:lstStyle/>
          <a:p>
            <a:r>
              <a:rPr kumimoji="0" lang="de-DE" altLang="de-DE" sz="2000" b="1" i="0" u="none" strike="noStrike" cap="none" normalizeH="0" baseline="0" dirty="0">
                <a:ln>
                  <a:noFill/>
                </a:ln>
                <a:solidFill>
                  <a:schemeClr val="tx1"/>
                </a:solidFill>
                <a:effectLst/>
                <a:latin typeface="Arial" panose="020B0604020202020204" pitchFamily="34" charset="0"/>
              </a:rPr>
              <a:t>1️⃣ Ausgangslage - Stand der Wissenschaft und technologischer Fortschritt​</a:t>
            </a:r>
            <a:endParaRPr lang="de-DE" sz="2400" b="1" dirty="0">
              <a:latin typeface="Arial" panose="020B0604020202020204" pitchFamily="34" charset="0"/>
              <a:ea typeface="Verdana" panose="020B0604030504040204" pitchFamily="34" charset="0"/>
              <a:cs typeface="Arial" panose="020B0604020202020204" pitchFamily="34" charset="0"/>
            </a:endParaRPr>
          </a:p>
        </p:txBody>
      </p:sp>
      <p:graphicFrame>
        <p:nvGraphicFramePr>
          <p:cNvPr id="44" name="Tabelle 43">
            <a:extLst>
              <a:ext uri="{FF2B5EF4-FFF2-40B4-BE49-F238E27FC236}">
                <a16:creationId xmlns:a16="http://schemas.microsoft.com/office/drawing/2014/main" id="{9E569E89-8594-6474-5E38-BED14EC4E822}"/>
              </a:ext>
            </a:extLst>
          </p:cNvPr>
          <p:cNvGraphicFramePr>
            <a:graphicFrameLocks noGrp="1"/>
          </p:cNvGraphicFramePr>
          <p:nvPr/>
        </p:nvGraphicFramePr>
        <p:xfrm>
          <a:off x="0" y="1057816"/>
          <a:ext cx="12191998" cy="33528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741714">
                  <a:extLst>
                    <a:ext uri="{9D8B030D-6E8A-4147-A177-3AD203B41FA5}">
                      <a16:colId xmlns:a16="http://schemas.microsoft.com/office/drawing/2014/main" val="20000"/>
                    </a:ext>
                  </a:extLst>
                </a:gridCol>
                <a:gridCol w="1741714">
                  <a:extLst>
                    <a:ext uri="{9D8B030D-6E8A-4147-A177-3AD203B41FA5}">
                      <a16:colId xmlns:a16="http://schemas.microsoft.com/office/drawing/2014/main" val="20001"/>
                    </a:ext>
                  </a:extLst>
                </a:gridCol>
                <a:gridCol w="1741714">
                  <a:extLst>
                    <a:ext uri="{9D8B030D-6E8A-4147-A177-3AD203B41FA5}">
                      <a16:colId xmlns:a16="http://schemas.microsoft.com/office/drawing/2014/main" val="20002"/>
                    </a:ext>
                  </a:extLst>
                </a:gridCol>
                <a:gridCol w="1741714">
                  <a:extLst>
                    <a:ext uri="{9D8B030D-6E8A-4147-A177-3AD203B41FA5}">
                      <a16:colId xmlns:a16="http://schemas.microsoft.com/office/drawing/2014/main" val="20003"/>
                    </a:ext>
                  </a:extLst>
                </a:gridCol>
                <a:gridCol w="1741714">
                  <a:extLst>
                    <a:ext uri="{9D8B030D-6E8A-4147-A177-3AD203B41FA5}">
                      <a16:colId xmlns:a16="http://schemas.microsoft.com/office/drawing/2014/main" val="20004"/>
                    </a:ext>
                  </a:extLst>
                </a:gridCol>
                <a:gridCol w="1741714">
                  <a:extLst>
                    <a:ext uri="{9D8B030D-6E8A-4147-A177-3AD203B41FA5}">
                      <a16:colId xmlns:a16="http://schemas.microsoft.com/office/drawing/2014/main" val="20005"/>
                    </a:ext>
                  </a:extLst>
                </a:gridCol>
                <a:gridCol w="1741714">
                  <a:extLst>
                    <a:ext uri="{9D8B030D-6E8A-4147-A177-3AD203B41FA5}">
                      <a16:colId xmlns:a16="http://schemas.microsoft.com/office/drawing/2014/main" val="20006"/>
                    </a:ext>
                  </a:extLst>
                </a:gridCol>
              </a:tblGrid>
              <a:tr h="298832">
                <a:tc>
                  <a:txBody>
                    <a:bodyPr/>
                    <a:lstStyle/>
                    <a:p>
                      <a:endParaRPr lang="de-DE" sz="1600">
                        <a:solidFill>
                          <a:schemeClr val="bg1"/>
                        </a:solidFill>
                      </a:endParaRPr>
                    </a:p>
                  </a:txBody>
                  <a:tcPr>
                    <a:solidFill>
                      <a:srgbClr val="FFC000"/>
                    </a:solidFill>
                  </a:tcPr>
                </a:tc>
                <a:tc>
                  <a:txBody>
                    <a:bodyPr/>
                    <a:lstStyle/>
                    <a:p>
                      <a:endParaRPr lang="de-DE" sz="1600" dirty="0">
                        <a:solidFill>
                          <a:schemeClr val="bg1"/>
                        </a:solidFill>
                      </a:endParaRPr>
                    </a:p>
                  </a:txBody>
                  <a:tcPr>
                    <a:solidFill>
                      <a:schemeClr val="bg1"/>
                    </a:solidFill>
                  </a:tcPr>
                </a:tc>
                <a:tc>
                  <a:txBody>
                    <a:bodyPr/>
                    <a:lstStyle/>
                    <a:p>
                      <a:endParaRPr lang="de-DE" sz="1600" b="1">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dirty="0">
                        <a:solidFill>
                          <a:schemeClr val="bg1"/>
                        </a:solidFill>
                      </a:endParaRPr>
                    </a:p>
                  </a:txBody>
                  <a:tcPr>
                    <a:solidFill>
                      <a:schemeClr val="bg1"/>
                    </a:solidFill>
                  </a:tcPr>
                </a:tc>
                <a:extLst>
                  <a:ext uri="{0D108BD9-81ED-4DB2-BD59-A6C34878D82A}">
                    <a16:rowId xmlns:a16="http://schemas.microsoft.com/office/drawing/2014/main" val="10000"/>
                  </a:ext>
                </a:extLst>
              </a:tr>
            </a:tbl>
          </a:graphicData>
        </a:graphic>
      </p:graphicFrame>
      <p:pic>
        <p:nvPicPr>
          <p:cNvPr id="6" name="Grafik 5">
            <a:extLst>
              <a:ext uri="{FF2B5EF4-FFF2-40B4-BE49-F238E27FC236}">
                <a16:creationId xmlns:a16="http://schemas.microsoft.com/office/drawing/2014/main" id="{498D2FE1-2F82-DF56-9CF9-1E0688F3EA07}"/>
              </a:ext>
            </a:extLst>
          </p:cNvPr>
          <p:cNvPicPr>
            <a:picLocks noChangeAspect="1"/>
          </p:cNvPicPr>
          <p:nvPr/>
        </p:nvPicPr>
        <p:blipFill>
          <a:blip r:embed="rId3"/>
          <a:stretch>
            <a:fillRect/>
          </a:stretch>
        </p:blipFill>
        <p:spPr>
          <a:xfrm>
            <a:off x="479374" y="1913514"/>
            <a:ext cx="11593290" cy="3171670"/>
          </a:xfrm>
          <a:prstGeom prst="rect">
            <a:avLst/>
          </a:prstGeom>
          <a:ln>
            <a:solidFill>
              <a:srgbClr val="438086"/>
            </a:solidFill>
          </a:ln>
        </p:spPr>
      </p:pic>
      <p:sp>
        <p:nvSpPr>
          <p:cNvPr id="8" name="Textfeld 7">
            <a:extLst>
              <a:ext uri="{FF2B5EF4-FFF2-40B4-BE49-F238E27FC236}">
                <a16:creationId xmlns:a16="http://schemas.microsoft.com/office/drawing/2014/main" id="{FB5A0F6D-7F76-ECCA-A5DF-E5827AE92C11}"/>
              </a:ext>
            </a:extLst>
          </p:cNvPr>
          <p:cNvSpPr txBox="1"/>
          <p:nvPr/>
        </p:nvSpPr>
        <p:spPr>
          <a:xfrm>
            <a:off x="407368" y="1499416"/>
            <a:ext cx="8136904" cy="307777"/>
          </a:xfrm>
          <a:prstGeom prst="rect">
            <a:avLst/>
          </a:prstGeom>
          <a:noFill/>
        </p:spPr>
        <p:txBody>
          <a:bodyPr wrap="square">
            <a:spAutoFit/>
          </a:bodyPr>
          <a:lstStyle/>
          <a:p>
            <a:r>
              <a:rPr lang="de-DE" sz="1400" b="1">
                <a:latin typeface="Arial" panose="020B0604020202020204" pitchFamily="34" charset="0"/>
                <a:cs typeface="Arial" panose="020B0604020202020204" pitchFamily="34" charset="0"/>
              </a:rPr>
              <a:t>Systematische Gegenüberstellung aktueller Paper zur visuellen Analyse für Audiodeskription</a:t>
            </a:r>
          </a:p>
        </p:txBody>
      </p:sp>
      <p:sp>
        <p:nvSpPr>
          <p:cNvPr id="9" name="Gleichschenkliges Dreieck 8">
            <a:extLst>
              <a:ext uri="{FF2B5EF4-FFF2-40B4-BE49-F238E27FC236}">
                <a16:creationId xmlns:a16="http://schemas.microsoft.com/office/drawing/2014/main" id="{DECE2A43-1AB2-9610-478D-6B34D3E5FEAE}"/>
              </a:ext>
            </a:extLst>
          </p:cNvPr>
          <p:cNvSpPr/>
          <p:nvPr/>
        </p:nvSpPr>
        <p:spPr>
          <a:xfrm rot="5400000">
            <a:off x="389364" y="5886349"/>
            <a:ext cx="432048" cy="252028"/>
          </a:xfrm>
          <a:prstGeom prst="triangle">
            <a:avLst/>
          </a:prstGeom>
          <a:solidFill>
            <a:srgbClr val="488A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Rectangle 3">
            <a:extLst>
              <a:ext uri="{FF2B5EF4-FFF2-40B4-BE49-F238E27FC236}">
                <a16:creationId xmlns:a16="http://schemas.microsoft.com/office/drawing/2014/main" id="{42E45C66-D9EE-C4B8-636D-D7A7E0C7CD71}"/>
              </a:ext>
            </a:extLst>
          </p:cNvPr>
          <p:cNvSpPr>
            <a:spLocks noChangeArrowheads="1"/>
          </p:cNvSpPr>
          <p:nvPr/>
        </p:nvSpPr>
        <p:spPr bwMode="auto">
          <a:xfrm>
            <a:off x="839416" y="5427587"/>
            <a:ext cx="11089232"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de-DE" altLang="de-DE" sz="1000" b="0" i="0" u="none" strike="noStrike" cap="none" normalizeH="0" baseline="0">
                <a:ln>
                  <a:noFill/>
                </a:ln>
                <a:solidFill>
                  <a:schemeClr val="tx1"/>
                </a:solidFill>
                <a:effectLst/>
                <a:latin typeface="Arial" panose="020B0604020202020204" pitchFamily="34" charset="0"/>
              </a:rPr>
              <a:t>Die vergleichende Analyse zeigt, dass mehrere aktuelle Modelle zur automatisierten Audiodeskription bereits praxisnah einsetzbar sind. Besonders das Framework von Gao et al. (2024) bietet eine tragfähige Struktur zur Systementwicklung. Modelle wie </a:t>
            </a:r>
            <a:r>
              <a:rPr kumimoji="0" lang="de-DE" altLang="de-DE" sz="1000" b="1" i="0" u="none" strike="noStrike" cap="none" normalizeH="0" baseline="0">
                <a:ln>
                  <a:noFill/>
                </a:ln>
                <a:solidFill>
                  <a:schemeClr val="tx1"/>
                </a:solidFill>
                <a:effectLst/>
                <a:latin typeface="Arial" panose="020B0604020202020204" pitchFamily="34" charset="0"/>
              </a:rPr>
              <a:t>AutoAD III</a:t>
            </a:r>
            <a:r>
              <a:rPr kumimoji="0" lang="de-DE" altLang="de-DE" sz="1000" b="0" i="0" u="none" strike="noStrike" cap="none" normalizeH="0" baseline="0">
                <a:ln>
                  <a:noFill/>
                </a:ln>
                <a:solidFill>
                  <a:schemeClr val="tx1"/>
                </a:solidFill>
                <a:effectLst/>
                <a:latin typeface="Arial" panose="020B0604020202020204" pitchFamily="34" charset="0"/>
              </a:rPr>
              <a:t> und </a:t>
            </a:r>
            <a:r>
              <a:rPr kumimoji="0" lang="de-DE" altLang="de-DE" sz="1000" b="1" i="0" u="none" strike="noStrike" cap="none" normalizeH="0" baseline="0">
                <a:ln>
                  <a:noFill/>
                </a:ln>
                <a:solidFill>
                  <a:schemeClr val="tx1"/>
                </a:solidFill>
                <a:effectLst/>
                <a:latin typeface="Arial" panose="020B0604020202020204" pitchFamily="34" charset="0"/>
              </a:rPr>
              <a:t>AutoAD-Zero</a:t>
            </a:r>
            <a:r>
              <a:rPr kumimoji="0" lang="de-DE" altLang="de-DE" sz="1000" b="0" i="0" u="none" strike="noStrike" cap="none" normalizeH="0" baseline="0">
                <a:ln>
                  <a:noFill/>
                </a:ln>
                <a:solidFill>
                  <a:schemeClr val="tx1"/>
                </a:solidFill>
                <a:effectLst/>
                <a:latin typeface="Arial" panose="020B0604020202020204" pitchFamily="34" charset="0"/>
              </a:rPr>
              <a:t> eignen sich als direkte Grundlage – letzteres insbesondere durch seinen zero-shot-Ansatz bei geringem Trainingsaufwand. Ergänzende Arbeiten wie </a:t>
            </a:r>
            <a:r>
              <a:rPr kumimoji="0" lang="de-DE" altLang="de-DE" sz="1000" b="1" i="0" u="none" strike="noStrike" cap="none" normalizeH="0" baseline="0">
                <a:ln>
                  <a:noFill/>
                </a:ln>
                <a:solidFill>
                  <a:schemeClr val="tx1"/>
                </a:solidFill>
                <a:effectLst/>
                <a:latin typeface="Arial" panose="020B0604020202020204" pitchFamily="34" charset="0"/>
              </a:rPr>
              <a:t>LLaVA-MR</a:t>
            </a:r>
            <a:r>
              <a:rPr kumimoji="0" lang="de-DE" altLang="de-DE" sz="1000" b="0" i="0" u="none" strike="noStrike" cap="none" normalizeH="0" baseline="0">
                <a:ln>
                  <a:noFill/>
                </a:ln>
                <a:solidFill>
                  <a:schemeClr val="tx1"/>
                </a:solidFill>
                <a:effectLst/>
                <a:latin typeface="Arial" panose="020B0604020202020204" pitchFamily="34" charset="0"/>
              </a:rPr>
              <a:t> oder </a:t>
            </a:r>
            <a:r>
              <a:rPr kumimoji="0" lang="de-DE" altLang="de-DE" sz="1000" b="1" i="0" u="none" strike="noStrike" cap="none" normalizeH="0" baseline="0">
                <a:ln>
                  <a:noFill/>
                </a:ln>
                <a:solidFill>
                  <a:schemeClr val="tx1"/>
                </a:solidFill>
                <a:effectLst/>
                <a:latin typeface="Arial" panose="020B0604020202020204" pitchFamily="34" charset="0"/>
              </a:rPr>
              <a:t>VidChain</a:t>
            </a:r>
            <a:r>
              <a:rPr kumimoji="0" lang="de-DE" altLang="de-DE" sz="1000" b="0" i="0" u="none" strike="noStrike" cap="none" normalizeH="0" baseline="0">
                <a:ln>
                  <a:noFill/>
                </a:ln>
                <a:solidFill>
                  <a:schemeClr val="tx1"/>
                </a:solidFill>
                <a:effectLst/>
                <a:latin typeface="Arial" panose="020B0604020202020204" pitchFamily="34" charset="0"/>
              </a:rPr>
              <a:t> adressieren Teilaspekte wie Zeitmarkenerkennung und Ereignisverkettung und können zur Optimierung einzelner Module herangezogen werden.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de-DE" altLang="de-DE" sz="1000" b="0" i="0" u="none" strike="noStrike" cap="none" normalizeH="0" baseline="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de-DE" altLang="de-DE" sz="1000" b="0" i="0" u="none" strike="noStrike" cap="none" normalizeH="0" baseline="0">
                <a:ln>
                  <a:noFill/>
                </a:ln>
                <a:solidFill>
                  <a:schemeClr val="tx1"/>
                </a:solidFill>
                <a:effectLst/>
                <a:latin typeface="Arial" panose="020B0604020202020204" pitchFamily="34" charset="0"/>
              </a:rPr>
              <a:t>Insgesamt ist ein Prototyp auf Basis existierender Open-Source-Komponenten mit vertretbarem Aufwand umsetzbar. Empfohlen wird auf Basis verfügbarer paper eine Kombination aus </a:t>
            </a:r>
            <a:r>
              <a:rPr kumimoji="0" lang="de-DE" altLang="de-DE" sz="1000" b="1" i="0" u="none" strike="noStrike" cap="none" normalizeH="0" baseline="0">
                <a:ln>
                  <a:noFill/>
                </a:ln>
                <a:solidFill>
                  <a:schemeClr val="tx1"/>
                </a:solidFill>
                <a:effectLst/>
                <a:latin typeface="Arial" panose="020B0604020202020204" pitchFamily="34" charset="0"/>
              </a:rPr>
              <a:t>zero-shot Captioning</a:t>
            </a:r>
            <a:r>
              <a:rPr kumimoji="0" lang="de-DE" altLang="de-DE" sz="1000" b="0" i="0" u="none" strike="noStrike" cap="none" normalizeH="0" baseline="0">
                <a:ln>
                  <a:noFill/>
                </a:ln>
                <a:solidFill>
                  <a:schemeClr val="tx1"/>
                </a:solidFill>
                <a:effectLst/>
                <a:latin typeface="Arial" panose="020B0604020202020204" pitchFamily="34" charset="0"/>
              </a:rPr>
              <a:t>, </a:t>
            </a:r>
            <a:r>
              <a:rPr kumimoji="0" lang="de-DE" altLang="de-DE" sz="1000" b="1" i="0" u="none" strike="noStrike" cap="none" normalizeH="0" baseline="0">
                <a:ln>
                  <a:noFill/>
                </a:ln>
                <a:solidFill>
                  <a:schemeClr val="tx1"/>
                </a:solidFill>
                <a:effectLst/>
                <a:latin typeface="Arial" panose="020B0604020202020204" pitchFamily="34" charset="0"/>
              </a:rPr>
              <a:t>regelbasiertem Post-Editing</a:t>
            </a:r>
            <a:r>
              <a:rPr kumimoji="0" lang="de-DE" altLang="de-DE" sz="1000" b="0" i="0" u="none" strike="noStrike" cap="none" normalizeH="0" baseline="0">
                <a:ln>
                  <a:noFill/>
                </a:ln>
                <a:solidFill>
                  <a:schemeClr val="tx1"/>
                </a:solidFill>
                <a:effectLst/>
                <a:latin typeface="Arial" panose="020B0604020202020204" pitchFamily="34" charset="0"/>
              </a:rPr>
              <a:t> und </a:t>
            </a:r>
            <a:r>
              <a:rPr kumimoji="0" lang="de-DE" altLang="de-DE" sz="1000" b="1" i="0" u="none" strike="noStrike" cap="none" normalizeH="0" baseline="0">
                <a:ln>
                  <a:noFill/>
                </a:ln>
                <a:solidFill>
                  <a:schemeClr val="tx1"/>
                </a:solidFill>
                <a:effectLst/>
                <a:latin typeface="Arial" panose="020B0604020202020204" pitchFamily="34" charset="0"/>
              </a:rPr>
              <a:t>nutzerzentrierter Evaluation</a:t>
            </a:r>
            <a:r>
              <a:rPr kumimoji="0" lang="de-DE" altLang="de-DE" sz="1000" b="0" i="0" u="none" strike="noStrike" cap="none" normalizeH="0" baseline="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2198933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101CD-F678-5EFB-B137-4A10CB01F8F6}"/>
            </a:ext>
          </a:extLst>
        </p:cNvPr>
        <p:cNvGrpSpPr/>
        <p:nvPr/>
      </p:nvGrpSpPr>
      <p:grpSpPr>
        <a:xfrm>
          <a:off x="0" y="0"/>
          <a:ext cx="0" cy="0"/>
          <a:chOff x="0" y="0"/>
          <a:chExt cx="0" cy="0"/>
        </a:xfrm>
      </p:grpSpPr>
      <p:pic>
        <p:nvPicPr>
          <p:cNvPr id="6" name="Grafik 5">
            <a:extLst>
              <a:ext uri="{FF2B5EF4-FFF2-40B4-BE49-F238E27FC236}">
                <a16:creationId xmlns:a16="http://schemas.microsoft.com/office/drawing/2014/main" id="{2ED34D0F-E665-F8BA-A601-B6B0EF5AC268}"/>
              </a:ext>
            </a:extLst>
          </p:cNvPr>
          <p:cNvPicPr>
            <a:picLocks noChangeAspect="1"/>
          </p:cNvPicPr>
          <p:nvPr/>
        </p:nvPicPr>
        <p:blipFill>
          <a:blip r:embed="rId3"/>
          <a:stretch>
            <a:fillRect/>
          </a:stretch>
        </p:blipFill>
        <p:spPr>
          <a:xfrm>
            <a:off x="7129010" y="2102152"/>
            <a:ext cx="5062990" cy="3021972"/>
          </a:xfrm>
          <a:prstGeom prst="rect">
            <a:avLst/>
          </a:prstGeom>
        </p:spPr>
      </p:pic>
      <p:sp>
        <p:nvSpPr>
          <p:cNvPr id="2" name="Titel 1">
            <a:extLst>
              <a:ext uri="{FF2B5EF4-FFF2-40B4-BE49-F238E27FC236}">
                <a16:creationId xmlns:a16="http://schemas.microsoft.com/office/drawing/2014/main" id="{48FE8677-051A-2E34-2176-57EAB4453514}"/>
              </a:ext>
            </a:extLst>
          </p:cNvPr>
          <p:cNvSpPr>
            <a:spLocks noGrp="1"/>
          </p:cNvSpPr>
          <p:nvPr>
            <p:ph type="title"/>
          </p:nvPr>
        </p:nvSpPr>
        <p:spPr>
          <a:xfrm>
            <a:off x="0" y="476672"/>
            <a:ext cx="12192000" cy="576000"/>
          </a:xfrm>
        </p:spPr>
        <p:txBody>
          <a:bodyPr>
            <a:noAutofit/>
          </a:bodyPr>
          <a:lstStyle/>
          <a:p>
            <a:r>
              <a:rPr kumimoji="0" lang="de-DE" altLang="de-DE" sz="2000" b="1" i="0" u="none" strike="noStrike" cap="none" normalizeH="0" baseline="0" dirty="0">
                <a:ln>
                  <a:noFill/>
                </a:ln>
                <a:solidFill>
                  <a:schemeClr val="tx1"/>
                </a:solidFill>
                <a:effectLst/>
                <a:latin typeface="Arial" panose="020B0604020202020204" pitchFamily="34" charset="0"/>
              </a:rPr>
              <a:t>2️⃣ Vertex AI (Vision) – Google Cloud Analyse von Daten, Bildern und Videos mit Gemini</a:t>
            </a:r>
            <a:endParaRPr lang="de-DE" sz="2400" b="1" dirty="0">
              <a:latin typeface="Arial" panose="020B0604020202020204" pitchFamily="34" charset="0"/>
              <a:ea typeface="Verdana" panose="020B0604030504040204" pitchFamily="34" charset="0"/>
              <a:cs typeface="Arial" panose="020B0604020202020204" pitchFamily="34" charset="0"/>
            </a:endParaRPr>
          </a:p>
        </p:txBody>
      </p:sp>
      <p:graphicFrame>
        <p:nvGraphicFramePr>
          <p:cNvPr id="44" name="Tabelle 43">
            <a:extLst>
              <a:ext uri="{FF2B5EF4-FFF2-40B4-BE49-F238E27FC236}">
                <a16:creationId xmlns:a16="http://schemas.microsoft.com/office/drawing/2014/main" id="{6FA25989-9C38-BF26-757C-258C539BE143}"/>
              </a:ext>
            </a:extLst>
          </p:cNvPr>
          <p:cNvGraphicFramePr>
            <a:graphicFrameLocks noGrp="1"/>
          </p:cNvGraphicFramePr>
          <p:nvPr/>
        </p:nvGraphicFramePr>
        <p:xfrm>
          <a:off x="0" y="1057816"/>
          <a:ext cx="12191998" cy="33528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741714">
                  <a:extLst>
                    <a:ext uri="{9D8B030D-6E8A-4147-A177-3AD203B41FA5}">
                      <a16:colId xmlns:a16="http://schemas.microsoft.com/office/drawing/2014/main" val="20000"/>
                    </a:ext>
                  </a:extLst>
                </a:gridCol>
                <a:gridCol w="1741714">
                  <a:extLst>
                    <a:ext uri="{9D8B030D-6E8A-4147-A177-3AD203B41FA5}">
                      <a16:colId xmlns:a16="http://schemas.microsoft.com/office/drawing/2014/main" val="20001"/>
                    </a:ext>
                  </a:extLst>
                </a:gridCol>
                <a:gridCol w="1741714">
                  <a:extLst>
                    <a:ext uri="{9D8B030D-6E8A-4147-A177-3AD203B41FA5}">
                      <a16:colId xmlns:a16="http://schemas.microsoft.com/office/drawing/2014/main" val="20002"/>
                    </a:ext>
                  </a:extLst>
                </a:gridCol>
                <a:gridCol w="1741714">
                  <a:extLst>
                    <a:ext uri="{9D8B030D-6E8A-4147-A177-3AD203B41FA5}">
                      <a16:colId xmlns:a16="http://schemas.microsoft.com/office/drawing/2014/main" val="20003"/>
                    </a:ext>
                  </a:extLst>
                </a:gridCol>
                <a:gridCol w="1741714">
                  <a:extLst>
                    <a:ext uri="{9D8B030D-6E8A-4147-A177-3AD203B41FA5}">
                      <a16:colId xmlns:a16="http://schemas.microsoft.com/office/drawing/2014/main" val="20004"/>
                    </a:ext>
                  </a:extLst>
                </a:gridCol>
                <a:gridCol w="1741714">
                  <a:extLst>
                    <a:ext uri="{9D8B030D-6E8A-4147-A177-3AD203B41FA5}">
                      <a16:colId xmlns:a16="http://schemas.microsoft.com/office/drawing/2014/main" val="20005"/>
                    </a:ext>
                  </a:extLst>
                </a:gridCol>
                <a:gridCol w="1741714">
                  <a:extLst>
                    <a:ext uri="{9D8B030D-6E8A-4147-A177-3AD203B41FA5}">
                      <a16:colId xmlns:a16="http://schemas.microsoft.com/office/drawing/2014/main" val="20006"/>
                    </a:ext>
                  </a:extLst>
                </a:gridCol>
              </a:tblGrid>
              <a:tr h="298832">
                <a:tc>
                  <a:txBody>
                    <a:bodyPr/>
                    <a:lstStyle/>
                    <a:p>
                      <a:endParaRPr lang="de-DE" sz="1600" dirty="0">
                        <a:solidFill>
                          <a:schemeClr val="bg1"/>
                        </a:solidFill>
                      </a:endParaRPr>
                    </a:p>
                  </a:txBody>
                  <a:tcPr>
                    <a:solidFill>
                      <a:srgbClr val="FFC000"/>
                    </a:solidFill>
                  </a:tcPr>
                </a:tc>
                <a:tc>
                  <a:txBody>
                    <a:bodyPr/>
                    <a:lstStyle/>
                    <a:p>
                      <a:endParaRPr lang="de-DE" sz="1600" dirty="0">
                        <a:solidFill>
                          <a:schemeClr val="bg1"/>
                        </a:solidFill>
                      </a:endParaRPr>
                    </a:p>
                  </a:txBody>
                  <a:tcPr>
                    <a:solidFill>
                      <a:schemeClr val="bg1"/>
                    </a:solidFill>
                  </a:tcPr>
                </a:tc>
                <a:tc>
                  <a:txBody>
                    <a:bodyPr/>
                    <a:lstStyle/>
                    <a:p>
                      <a:endParaRPr lang="de-DE" sz="1600" b="1">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dirty="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dirty="0">
                        <a:solidFill>
                          <a:schemeClr val="bg1"/>
                        </a:solidFill>
                      </a:endParaRPr>
                    </a:p>
                  </a:txBody>
                  <a:tcPr>
                    <a:solidFill>
                      <a:schemeClr val="bg1"/>
                    </a:solidFill>
                  </a:tcPr>
                </a:tc>
                <a:extLst>
                  <a:ext uri="{0D108BD9-81ED-4DB2-BD59-A6C34878D82A}">
                    <a16:rowId xmlns:a16="http://schemas.microsoft.com/office/drawing/2014/main" val="10000"/>
                  </a:ext>
                </a:extLst>
              </a:tr>
            </a:tbl>
          </a:graphicData>
        </a:graphic>
      </p:graphicFrame>
      <p:sp>
        <p:nvSpPr>
          <p:cNvPr id="4" name="Textfeld 3">
            <a:extLst>
              <a:ext uri="{FF2B5EF4-FFF2-40B4-BE49-F238E27FC236}">
                <a16:creationId xmlns:a16="http://schemas.microsoft.com/office/drawing/2014/main" id="{76A74F9E-394F-8C77-946A-6549804125DD}"/>
              </a:ext>
            </a:extLst>
          </p:cNvPr>
          <p:cNvSpPr txBox="1"/>
          <p:nvPr/>
        </p:nvSpPr>
        <p:spPr>
          <a:xfrm>
            <a:off x="407368" y="1484784"/>
            <a:ext cx="6048672" cy="5509200"/>
          </a:xfrm>
          <a:prstGeom prst="rect">
            <a:avLst/>
          </a:prstGeom>
          <a:noFill/>
        </p:spPr>
        <p:txBody>
          <a:bodyPr wrap="square">
            <a:spAutoFit/>
          </a:bodyPr>
          <a:lstStyle/>
          <a:p>
            <a:pPr>
              <a:buNone/>
            </a:pPr>
            <a:r>
              <a:rPr lang="de-DE" sz="1100" b="1" dirty="0">
                <a:latin typeface="Arial" panose="020B0604020202020204" pitchFamily="34" charset="0"/>
                <a:cs typeface="Arial" panose="020B0604020202020204" pitchFamily="34" charset="0"/>
              </a:rPr>
              <a:t>Vertex AI (Vision): Google Cloud</a:t>
            </a:r>
          </a:p>
          <a:p>
            <a:pPr>
              <a:buNone/>
            </a:pPr>
            <a:endParaRPr lang="de-DE" sz="11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100" dirty="0">
                <a:latin typeface="Arial" panose="020B0604020202020204" pitchFamily="34" charset="0"/>
                <a:cs typeface="Arial" panose="020B0604020202020204" pitchFamily="34" charset="0"/>
              </a:rPr>
              <a:t>KI und Datenbasis: Gemini, in verschiedenen Versionen</a:t>
            </a:r>
          </a:p>
          <a:p>
            <a:pPr marL="285750" indent="-285750">
              <a:buFont typeface="Wingdings" panose="05000000000000000000" pitchFamily="2" charset="2"/>
              <a:buChar char="§"/>
            </a:pPr>
            <a:r>
              <a:rPr lang="de-DE" sz="1100" dirty="0">
                <a:latin typeface="Arial" panose="020B0604020202020204" pitchFamily="34" charset="0"/>
                <a:cs typeface="Arial" panose="020B0604020202020204" pitchFamily="34" charset="0"/>
              </a:rPr>
              <a:t>Unterstützt Zero-Shot, </a:t>
            </a:r>
            <a:r>
              <a:rPr lang="de-DE" sz="1100" dirty="0" err="1">
                <a:latin typeface="Arial" panose="020B0604020202020204" pitchFamily="34" charset="0"/>
                <a:cs typeface="Arial" panose="020B0604020202020204" pitchFamily="34" charset="0"/>
              </a:rPr>
              <a:t>One</a:t>
            </a:r>
            <a:r>
              <a:rPr lang="de-DE" sz="1100" dirty="0">
                <a:latin typeface="Arial" panose="020B0604020202020204" pitchFamily="34" charset="0"/>
                <a:cs typeface="Arial" panose="020B0604020202020204" pitchFamily="34" charset="0"/>
              </a:rPr>
              <a:t>-Shot und </a:t>
            </a:r>
            <a:r>
              <a:rPr lang="de-DE" sz="1100" dirty="0" err="1">
                <a:latin typeface="Arial" panose="020B0604020202020204" pitchFamily="34" charset="0"/>
                <a:cs typeface="Arial" panose="020B0604020202020204" pitchFamily="34" charset="0"/>
              </a:rPr>
              <a:t>Few</a:t>
            </a:r>
            <a:r>
              <a:rPr lang="de-DE" sz="1100" dirty="0">
                <a:latin typeface="Arial" panose="020B0604020202020204" pitchFamily="34" charset="0"/>
                <a:cs typeface="Arial" panose="020B0604020202020204" pitchFamily="34" charset="0"/>
              </a:rPr>
              <a:t>-Shot</a:t>
            </a:r>
          </a:p>
          <a:p>
            <a:pPr lvl="1"/>
            <a:endParaRPr lang="de-DE" sz="11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100" dirty="0">
                <a:latin typeface="Arial" panose="020B0604020202020204" pitchFamily="34" charset="0"/>
                <a:cs typeface="Arial" panose="020B0604020202020204" pitchFamily="34" charset="0"/>
              </a:rPr>
              <a:t>Visuelle Auswertungsmöglichkeiten für handlungsrelevante Bildinhalte</a:t>
            </a:r>
          </a:p>
          <a:p>
            <a:pPr marL="742950" lvl="1" indent="-285750">
              <a:buFont typeface="Wingdings" panose="05000000000000000000" pitchFamily="2" charset="2"/>
              <a:buChar char="§"/>
            </a:pPr>
            <a:r>
              <a:rPr lang="de-DE" sz="1100" dirty="0">
                <a:latin typeface="Arial" panose="020B0604020202020204" pitchFamily="34" charset="0"/>
                <a:cs typeface="Arial" panose="020B0604020202020204" pitchFamily="34" charset="0"/>
              </a:rPr>
              <a:t>Video </a:t>
            </a:r>
          </a:p>
          <a:p>
            <a:pPr marL="1200150" lvl="2" indent="-285750">
              <a:buFont typeface="Wingdings" panose="05000000000000000000" pitchFamily="2" charset="2"/>
              <a:buChar char="§"/>
            </a:pPr>
            <a:r>
              <a:rPr lang="de-DE" sz="1100" dirty="0">
                <a:latin typeface="Arial" panose="020B0604020202020204" pitchFamily="34" charset="0"/>
                <a:cs typeface="Arial" panose="020B0604020202020204" pitchFamily="34" charset="0"/>
              </a:rPr>
              <a:t>Video-Inhaltsanalyse in einstellbar-langen Textausgaben</a:t>
            </a:r>
          </a:p>
          <a:p>
            <a:pPr marL="1200150" lvl="2" indent="-285750">
              <a:buFont typeface="Wingdings" panose="05000000000000000000" pitchFamily="2" charset="2"/>
              <a:buChar char="§"/>
            </a:pPr>
            <a:r>
              <a:rPr lang="de-DE" sz="1100" dirty="0">
                <a:latin typeface="Arial" panose="020B0604020202020204" pitchFamily="34" charset="0"/>
                <a:cs typeface="Arial" panose="020B0604020202020204" pitchFamily="34" charset="0"/>
              </a:rPr>
              <a:t>Hoher, einstellbarer Feedback-Detailierungsgrad</a:t>
            </a:r>
          </a:p>
          <a:p>
            <a:pPr marL="1200150" lvl="2" indent="-285750">
              <a:buFont typeface="Wingdings" panose="05000000000000000000" pitchFamily="2" charset="2"/>
              <a:buChar char="§"/>
            </a:pPr>
            <a:r>
              <a:rPr lang="de-DE" sz="1100" dirty="0">
                <a:latin typeface="Arial" panose="020B0604020202020204" pitchFamily="34" charset="0"/>
                <a:cs typeface="Arial" panose="020B0604020202020204" pitchFamily="34" charset="0"/>
              </a:rPr>
              <a:t>Max. 7MB Sequenzen (direkt); mehr indirekt über Cloud </a:t>
            </a:r>
            <a:r>
              <a:rPr lang="de-DE" sz="1100" dirty="0" err="1">
                <a:latin typeface="Arial" panose="020B0604020202020204" pitchFamily="34" charset="0"/>
                <a:cs typeface="Arial" panose="020B0604020202020204" pitchFamily="34" charset="0"/>
              </a:rPr>
              <a:t>Buckets</a:t>
            </a:r>
            <a:endParaRPr lang="de-DE" sz="1100" dirty="0">
              <a:latin typeface="Arial" panose="020B0604020202020204" pitchFamily="34" charset="0"/>
              <a:cs typeface="Arial" panose="020B0604020202020204" pitchFamily="34" charset="0"/>
            </a:endParaRPr>
          </a:p>
          <a:p>
            <a:pPr marL="742950" lvl="1" indent="-285750">
              <a:buFont typeface="Wingdings" panose="05000000000000000000" pitchFamily="2" charset="2"/>
              <a:buChar char="§"/>
            </a:pPr>
            <a:r>
              <a:rPr lang="de-DE" sz="1100" dirty="0">
                <a:latin typeface="Arial" panose="020B0604020202020204" pitchFamily="34" charset="0"/>
                <a:cs typeface="Arial" panose="020B0604020202020204" pitchFamily="34" charset="0"/>
              </a:rPr>
              <a:t>Bild</a:t>
            </a:r>
          </a:p>
          <a:p>
            <a:pPr marL="1200150" lvl="2" indent="-285750">
              <a:buFont typeface="Wingdings" panose="05000000000000000000" pitchFamily="2" charset="2"/>
              <a:buChar char="§"/>
            </a:pPr>
            <a:r>
              <a:rPr lang="de-DE" sz="1100" dirty="0">
                <a:latin typeface="Arial" panose="020B0604020202020204" pitchFamily="34" charset="0"/>
                <a:cs typeface="Arial" panose="020B0604020202020204" pitchFamily="34" charset="0"/>
              </a:rPr>
              <a:t>Bild-Inhaltsbeschreibung in unterschiedlichen Ausprägungen</a:t>
            </a:r>
          </a:p>
          <a:p>
            <a:pPr marL="1200150" lvl="2" indent="-285750">
              <a:buFont typeface="Wingdings" panose="05000000000000000000" pitchFamily="2" charset="2"/>
              <a:buChar char="§"/>
            </a:pPr>
            <a:r>
              <a:rPr lang="de-DE" sz="1100" dirty="0">
                <a:latin typeface="Arial" panose="020B0604020202020204" pitchFamily="34" charset="0"/>
                <a:cs typeface="Arial" panose="020B0604020202020204" pitchFamily="34" charset="0"/>
              </a:rPr>
              <a:t>OCR Analyse, Ableitungen z.B. Fahrtzeiten von Bahnhof zu Bahnhof</a:t>
            </a:r>
          </a:p>
          <a:p>
            <a:pPr lvl="1"/>
            <a:endParaRPr lang="de-DE" sz="11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100" dirty="0">
                <a:latin typeface="Arial" panose="020B0604020202020204" pitchFamily="34" charset="0"/>
                <a:cs typeface="Arial" panose="020B0604020202020204" pitchFamily="34" charset="0"/>
              </a:rPr>
              <a:t>Test Möglichkeiten</a:t>
            </a:r>
          </a:p>
          <a:p>
            <a:pPr marL="742950" lvl="1" indent="-285750">
              <a:buFont typeface="Wingdings" panose="05000000000000000000" pitchFamily="2" charset="2"/>
              <a:buChar char="§"/>
            </a:pPr>
            <a:r>
              <a:rPr lang="de-DE" sz="1100" dirty="0">
                <a:latin typeface="Arial" panose="020B0604020202020204" pitchFamily="34" charset="0"/>
                <a:cs typeface="Arial" panose="020B0604020202020204" pitchFamily="34" charset="0"/>
              </a:rPr>
              <a:t>Chat-Oberfläche direkt in der Cloud</a:t>
            </a:r>
          </a:p>
          <a:p>
            <a:pPr marL="742950" lvl="1" indent="-285750">
              <a:buFont typeface="Wingdings" panose="05000000000000000000" pitchFamily="2" charset="2"/>
              <a:buChar char="§"/>
            </a:pPr>
            <a:endParaRPr lang="de-DE" sz="11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100" dirty="0">
                <a:latin typeface="Arial" panose="020B0604020202020204" pitchFamily="34" charset="0"/>
                <a:cs typeface="Arial" panose="020B0604020202020204" pitchFamily="34" charset="0"/>
              </a:rPr>
              <a:t>Implementierungsmöglichkeiten</a:t>
            </a:r>
          </a:p>
          <a:p>
            <a:pPr marL="742950" lvl="1" indent="-285750">
              <a:buFont typeface="Wingdings" panose="05000000000000000000" pitchFamily="2" charset="2"/>
              <a:buChar char="§"/>
            </a:pPr>
            <a:r>
              <a:rPr lang="de-DE" sz="1100" dirty="0">
                <a:latin typeface="Arial" panose="020B0604020202020204" pitchFamily="34" charset="0"/>
                <a:cs typeface="Arial" panose="020B0604020202020204" pitchFamily="34" charset="0"/>
              </a:rPr>
              <a:t>Google Cloud API </a:t>
            </a:r>
          </a:p>
          <a:p>
            <a:pPr marL="1200150" lvl="2" indent="-285750">
              <a:buFont typeface="Wingdings" panose="05000000000000000000" pitchFamily="2" charset="2"/>
              <a:buChar char="§"/>
            </a:pPr>
            <a:r>
              <a:rPr lang="de-DE" sz="1100" dirty="0">
                <a:latin typeface="Arial" panose="020B0604020202020204" pitchFamily="34" charset="0"/>
                <a:cs typeface="Arial" panose="020B0604020202020204" pitchFamily="34" charset="0"/>
              </a:rPr>
              <a:t>Einfache Anbindung für Bilder und kleine Videos, (optional Python Skripte)</a:t>
            </a:r>
          </a:p>
          <a:p>
            <a:pPr marL="1200150" lvl="2" indent="-285750">
              <a:buFont typeface="Wingdings" panose="05000000000000000000" pitchFamily="2" charset="2"/>
              <a:buChar char="§"/>
            </a:pPr>
            <a:r>
              <a:rPr lang="de-DE" sz="1100" dirty="0">
                <a:latin typeface="Arial" panose="020B0604020202020204" pitchFamily="34" charset="0"/>
                <a:cs typeface="Arial" panose="020B0604020202020204" pitchFamily="34" charset="0"/>
              </a:rPr>
              <a:t>Etwas komplexer wenn Daten zunächst in einem </a:t>
            </a:r>
            <a:r>
              <a:rPr lang="de-DE" sz="1100" dirty="0" err="1">
                <a:latin typeface="Arial" panose="020B0604020202020204" pitchFamily="34" charset="0"/>
                <a:cs typeface="Arial" panose="020B0604020202020204" pitchFamily="34" charset="0"/>
              </a:rPr>
              <a:t>Bucket</a:t>
            </a:r>
            <a:r>
              <a:rPr lang="de-DE" sz="1100" dirty="0">
                <a:latin typeface="Arial" panose="020B0604020202020204" pitchFamily="34" charset="0"/>
                <a:cs typeface="Arial" panose="020B0604020202020204" pitchFamily="34" charset="0"/>
              </a:rPr>
              <a:t> zwischengespeichert werden</a:t>
            </a:r>
          </a:p>
          <a:p>
            <a:pPr marL="285750" indent="-285750">
              <a:buFont typeface="Wingdings" panose="05000000000000000000" pitchFamily="2" charset="2"/>
              <a:buChar char="§"/>
            </a:pPr>
            <a:r>
              <a:rPr lang="de-DE" sz="1100" dirty="0">
                <a:latin typeface="Arial" panose="020B0604020202020204" pitchFamily="34" charset="0"/>
                <a:cs typeface="Arial" panose="020B0604020202020204" pitchFamily="34" charset="0"/>
              </a:rPr>
              <a:t>Kosten</a:t>
            </a:r>
          </a:p>
          <a:p>
            <a:pPr marL="742950" lvl="1" indent="-285750">
              <a:buFont typeface="Wingdings" panose="05000000000000000000" pitchFamily="2" charset="2"/>
              <a:buChar char="§"/>
            </a:pPr>
            <a:r>
              <a:rPr lang="de-DE" sz="1100" dirty="0">
                <a:latin typeface="Arial" panose="020B0604020202020204" pitchFamily="34" charset="0"/>
                <a:cs typeface="Arial" panose="020B0604020202020204" pitchFamily="34" charset="0"/>
              </a:rPr>
              <a:t>Variieren je Gemini Modell</a:t>
            </a:r>
          </a:p>
          <a:p>
            <a:pPr marL="742950" lvl="1" indent="-285750">
              <a:buFont typeface="Wingdings" panose="05000000000000000000" pitchFamily="2" charset="2"/>
              <a:buChar char="§"/>
            </a:pPr>
            <a:endParaRPr lang="de-DE" sz="11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100" dirty="0">
                <a:latin typeface="Arial" panose="020B0604020202020204" pitchFamily="34" charset="0"/>
                <a:cs typeface="Arial" panose="020B0604020202020204" pitchFamily="34" charset="0"/>
              </a:rPr>
              <a:t>Vorteil: </a:t>
            </a:r>
          </a:p>
          <a:p>
            <a:pPr marL="742950" lvl="1" indent="-285750">
              <a:buFont typeface="Wingdings" panose="05000000000000000000" pitchFamily="2" charset="2"/>
              <a:buChar char="§"/>
            </a:pPr>
            <a:r>
              <a:rPr lang="de-DE" sz="1100" dirty="0">
                <a:latin typeface="Arial" panose="020B0604020202020204" pitchFamily="34" charset="0"/>
                <a:cs typeface="Arial" panose="020B0604020202020204" pitchFamily="34" charset="0"/>
              </a:rPr>
              <a:t>Schnelle Implementierung, gut einstellbare Parameter der KI und Textausgabe</a:t>
            </a:r>
          </a:p>
          <a:p>
            <a:pPr marL="742950" lvl="1" indent="-285750">
              <a:buFont typeface="Wingdings" panose="05000000000000000000" pitchFamily="2" charset="2"/>
              <a:buChar char="§"/>
            </a:pPr>
            <a:r>
              <a:rPr lang="de-DE" sz="1100" dirty="0">
                <a:latin typeface="Arial" panose="020B0604020202020204" pitchFamily="34" charset="0"/>
                <a:cs typeface="Arial" panose="020B0604020202020204" pitchFamily="34" charset="0"/>
              </a:rPr>
              <a:t>Erkennung von berühmten Objekten, Personen (Schloss Neuschwarzstein) inkl.</a:t>
            </a:r>
          </a:p>
          <a:p>
            <a:pPr marL="285750" indent="-285750">
              <a:buFont typeface="Wingdings" panose="05000000000000000000" pitchFamily="2" charset="2"/>
              <a:buChar char="§"/>
            </a:pPr>
            <a:r>
              <a:rPr lang="de-DE" sz="1100" dirty="0">
                <a:latin typeface="Arial" panose="020B0604020202020204" pitchFamily="34" charset="0"/>
                <a:cs typeface="Arial" panose="020B0604020202020204" pitchFamily="34" charset="0"/>
              </a:rPr>
              <a:t>Nachteil:</a:t>
            </a:r>
          </a:p>
          <a:p>
            <a:pPr marL="742950" lvl="1" indent="-285750">
              <a:buFont typeface="Wingdings" panose="05000000000000000000" pitchFamily="2" charset="2"/>
              <a:buChar char="§"/>
            </a:pPr>
            <a:r>
              <a:rPr lang="de-DE" sz="1100" dirty="0">
                <a:latin typeface="Arial" panose="020B0604020202020204" pitchFamily="34" charset="0"/>
                <a:cs typeface="Arial" panose="020B0604020202020204" pitchFamily="34" charset="0"/>
              </a:rPr>
              <a:t>Keine Wiedererkennung von Protagonisten (Personen) oder über mehrere Szenen</a:t>
            </a:r>
          </a:p>
          <a:p>
            <a:pPr marL="742950" lvl="1" indent="-285750">
              <a:buFont typeface="Wingdings" panose="05000000000000000000" pitchFamily="2" charset="2"/>
              <a:buChar char="§"/>
            </a:pPr>
            <a:r>
              <a:rPr lang="de-DE" sz="1100" dirty="0">
                <a:latin typeface="Arial" panose="020B0604020202020204" pitchFamily="34" charset="0"/>
                <a:cs typeface="Arial" panose="020B0604020202020204" pitchFamily="34" charset="0"/>
              </a:rPr>
              <a:t>Ggf. komplexe Cloudverwaltung und hohe Kosten – je nach Umsetzung.</a:t>
            </a:r>
          </a:p>
          <a:p>
            <a:pPr marL="742950" lvl="1" indent="-285750">
              <a:buFont typeface="Wingdings" panose="05000000000000000000" pitchFamily="2" charset="2"/>
              <a:buChar char="§"/>
            </a:pPr>
            <a:endParaRPr lang="de-DE" sz="1100" dirty="0">
              <a:latin typeface="Arial" panose="020B0604020202020204" pitchFamily="34" charset="0"/>
              <a:cs typeface="Arial" panose="020B0604020202020204" pitchFamily="34" charset="0"/>
            </a:endParaRPr>
          </a:p>
        </p:txBody>
      </p:sp>
      <p:sp>
        <p:nvSpPr>
          <p:cNvPr id="5" name="Textfeld 4">
            <a:extLst>
              <a:ext uri="{FF2B5EF4-FFF2-40B4-BE49-F238E27FC236}">
                <a16:creationId xmlns:a16="http://schemas.microsoft.com/office/drawing/2014/main" id="{0839D793-4986-6ED6-714C-373E14CFBC52}"/>
              </a:ext>
            </a:extLst>
          </p:cNvPr>
          <p:cNvSpPr txBox="1"/>
          <p:nvPr/>
        </p:nvSpPr>
        <p:spPr>
          <a:xfrm>
            <a:off x="7392144" y="6571194"/>
            <a:ext cx="4670146" cy="246221"/>
          </a:xfrm>
          <a:prstGeom prst="rect">
            <a:avLst/>
          </a:prstGeom>
          <a:noFill/>
        </p:spPr>
        <p:txBody>
          <a:bodyPr wrap="square">
            <a:spAutoFit/>
          </a:bodyPr>
          <a:lstStyle/>
          <a:p>
            <a:r>
              <a:rPr lang="de-DE" sz="1000" dirty="0"/>
              <a:t>https://cloud.google.com/vertex-ai/generative-ai/pricing?hl=de</a:t>
            </a:r>
          </a:p>
        </p:txBody>
      </p:sp>
      <p:grpSp>
        <p:nvGrpSpPr>
          <p:cNvPr id="9" name="Gruppieren 8">
            <a:extLst>
              <a:ext uri="{FF2B5EF4-FFF2-40B4-BE49-F238E27FC236}">
                <a16:creationId xmlns:a16="http://schemas.microsoft.com/office/drawing/2014/main" id="{820932B7-1206-71DA-F430-B109A2A590A0}"/>
              </a:ext>
            </a:extLst>
          </p:cNvPr>
          <p:cNvGrpSpPr/>
          <p:nvPr/>
        </p:nvGrpSpPr>
        <p:grpSpPr>
          <a:xfrm>
            <a:off x="6686199" y="1399762"/>
            <a:ext cx="5473717" cy="5178098"/>
            <a:chOff x="7129010" y="1389210"/>
            <a:chExt cx="4933280" cy="4992118"/>
          </a:xfrm>
        </p:grpSpPr>
        <p:pic>
          <p:nvPicPr>
            <p:cNvPr id="7" name="Grafik 6">
              <a:extLst>
                <a:ext uri="{FF2B5EF4-FFF2-40B4-BE49-F238E27FC236}">
                  <a16:creationId xmlns:a16="http://schemas.microsoft.com/office/drawing/2014/main" id="{33213157-8D40-2CE9-1DAB-603175AB7B02}"/>
                </a:ext>
              </a:extLst>
            </p:cNvPr>
            <p:cNvPicPr>
              <a:picLocks noChangeAspect="1"/>
            </p:cNvPicPr>
            <p:nvPr/>
          </p:nvPicPr>
          <p:blipFill>
            <a:blip r:embed="rId4"/>
            <a:srcRect l="33997"/>
            <a:stretch/>
          </p:blipFill>
          <p:spPr>
            <a:xfrm>
              <a:off x="8040215" y="1389210"/>
              <a:ext cx="4022075" cy="4992118"/>
            </a:xfrm>
            <a:prstGeom prst="rect">
              <a:avLst/>
            </a:prstGeom>
          </p:spPr>
        </p:pic>
        <p:pic>
          <p:nvPicPr>
            <p:cNvPr id="8" name="Grafik 7">
              <a:extLst>
                <a:ext uri="{FF2B5EF4-FFF2-40B4-BE49-F238E27FC236}">
                  <a16:creationId xmlns:a16="http://schemas.microsoft.com/office/drawing/2014/main" id="{AB60BD17-C921-6DB5-0380-EA174BD7934F}"/>
                </a:ext>
              </a:extLst>
            </p:cNvPr>
            <p:cNvPicPr>
              <a:picLocks noChangeAspect="1"/>
            </p:cNvPicPr>
            <p:nvPr/>
          </p:nvPicPr>
          <p:blipFill>
            <a:blip r:embed="rId4"/>
            <a:srcRect r="85047"/>
            <a:stretch/>
          </p:blipFill>
          <p:spPr>
            <a:xfrm>
              <a:off x="7129010" y="1389210"/>
              <a:ext cx="911203" cy="4992118"/>
            </a:xfrm>
            <a:prstGeom prst="rect">
              <a:avLst/>
            </a:prstGeom>
          </p:spPr>
        </p:pic>
      </p:grpSp>
      <p:pic>
        <p:nvPicPr>
          <p:cNvPr id="13" name="Grafik 12">
            <a:extLst>
              <a:ext uri="{FF2B5EF4-FFF2-40B4-BE49-F238E27FC236}">
                <a16:creationId xmlns:a16="http://schemas.microsoft.com/office/drawing/2014/main" id="{E32BD55C-320B-BD51-8527-3069E8D818C7}"/>
              </a:ext>
            </a:extLst>
          </p:cNvPr>
          <p:cNvPicPr>
            <a:picLocks noChangeAspect="1"/>
          </p:cNvPicPr>
          <p:nvPr/>
        </p:nvPicPr>
        <p:blipFill>
          <a:blip r:embed="rId5"/>
          <a:stretch>
            <a:fillRect/>
          </a:stretch>
        </p:blipFill>
        <p:spPr>
          <a:xfrm>
            <a:off x="6426493" y="1393096"/>
            <a:ext cx="5791296" cy="5445224"/>
          </a:xfrm>
          <a:prstGeom prst="rect">
            <a:avLst/>
          </a:prstGeom>
        </p:spPr>
      </p:pic>
    </p:spTree>
    <p:extLst>
      <p:ext uri="{BB962C8B-B14F-4D97-AF65-F5344CB8AC3E}">
        <p14:creationId xmlns:p14="http://schemas.microsoft.com/office/powerpoint/2010/main" val="176355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13"/>
                                        </p:tgtEl>
                                      </p:cBhvr>
                                    </p:animEffect>
                                    <p:set>
                                      <p:cBhvr>
                                        <p:cTn id="12" dur="1" fill="hold">
                                          <p:stCondLst>
                                            <p:cond delay="499"/>
                                          </p:stCondLst>
                                        </p:cTn>
                                        <p:tgtEl>
                                          <p:spTgt spid="13"/>
                                        </p:tgtEl>
                                        <p:attrNameLst>
                                          <p:attrName>style.visibility</p:attrName>
                                        </p:attrNameLst>
                                      </p:cBhvr>
                                      <p:to>
                                        <p:strVal val="hidden"/>
                                      </p:to>
                                    </p:set>
                                  </p:childTnLst>
                                </p:cTn>
                              </p:par>
                              <p:par>
                                <p:cTn id="13" presetID="10"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0" y="476672"/>
            <a:ext cx="12192000" cy="576000"/>
          </a:xfrm>
        </p:spPr>
        <p:txBody>
          <a:bodyPr>
            <a:noAutofit/>
          </a:bodyPr>
          <a:lstStyle/>
          <a:p>
            <a:r>
              <a:rPr kumimoji="0" lang="de-DE" altLang="de-DE" sz="2000" b="1" i="0" u="none" strike="noStrike" cap="none" normalizeH="0" baseline="0" dirty="0">
                <a:ln>
                  <a:noFill/>
                </a:ln>
                <a:solidFill>
                  <a:schemeClr val="tx1"/>
                </a:solidFill>
                <a:effectLst/>
                <a:latin typeface="Arial" panose="020B0604020202020204" pitchFamily="34" charset="0"/>
              </a:rPr>
              <a:t>2️⃣ Vertex AI – Google Cloud Analyse von Daten, Bildern und Videos mit Gemini</a:t>
            </a:r>
            <a:endParaRPr lang="de-DE" sz="2400" b="1" dirty="0">
              <a:latin typeface="Arial" panose="020B0604020202020204" pitchFamily="34" charset="0"/>
              <a:ea typeface="Verdana" panose="020B0604030504040204" pitchFamily="34" charset="0"/>
              <a:cs typeface="Arial" panose="020B0604020202020204" pitchFamily="34" charset="0"/>
            </a:endParaRPr>
          </a:p>
        </p:txBody>
      </p:sp>
      <p:graphicFrame>
        <p:nvGraphicFramePr>
          <p:cNvPr id="44" name="Tabelle 43"/>
          <p:cNvGraphicFramePr>
            <a:graphicFrameLocks noGrp="1"/>
          </p:cNvGraphicFramePr>
          <p:nvPr/>
        </p:nvGraphicFramePr>
        <p:xfrm>
          <a:off x="0" y="1057816"/>
          <a:ext cx="12191998" cy="33528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741714">
                  <a:extLst>
                    <a:ext uri="{9D8B030D-6E8A-4147-A177-3AD203B41FA5}">
                      <a16:colId xmlns:a16="http://schemas.microsoft.com/office/drawing/2014/main" val="20000"/>
                    </a:ext>
                  </a:extLst>
                </a:gridCol>
                <a:gridCol w="1741714">
                  <a:extLst>
                    <a:ext uri="{9D8B030D-6E8A-4147-A177-3AD203B41FA5}">
                      <a16:colId xmlns:a16="http://schemas.microsoft.com/office/drawing/2014/main" val="20001"/>
                    </a:ext>
                  </a:extLst>
                </a:gridCol>
                <a:gridCol w="1741714">
                  <a:extLst>
                    <a:ext uri="{9D8B030D-6E8A-4147-A177-3AD203B41FA5}">
                      <a16:colId xmlns:a16="http://schemas.microsoft.com/office/drawing/2014/main" val="20002"/>
                    </a:ext>
                  </a:extLst>
                </a:gridCol>
                <a:gridCol w="1741714">
                  <a:extLst>
                    <a:ext uri="{9D8B030D-6E8A-4147-A177-3AD203B41FA5}">
                      <a16:colId xmlns:a16="http://schemas.microsoft.com/office/drawing/2014/main" val="20003"/>
                    </a:ext>
                  </a:extLst>
                </a:gridCol>
                <a:gridCol w="1741714">
                  <a:extLst>
                    <a:ext uri="{9D8B030D-6E8A-4147-A177-3AD203B41FA5}">
                      <a16:colId xmlns:a16="http://schemas.microsoft.com/office/drawing/2014/main" val="20004"/>
                    </a:ext>
                  </a:extLst>
                </a:gridCol>
                <a:gridCol w="1741714">
                  <a:extLst>
                    <a:ext uri="{9D8B030D-6E8A-4147-A177-3AD203B41FA5}">
                      <a16:colId xmlns:a16="http://schemas.microsoft.com/office/drawing/2014/main" val="20005"/>
                    </a:ext>
                  </a:extLst>
                </a:gridCol>
                <a:gridCol w="1741714">
                  <a:extLst>
                    <a:ext uri="{9D8B030D-6E8A-4147-A177-3AD203B41FA5}">
                      <a16:colId xmlns:a16="http://schemas.microsoft.com/office/drawing/2014/main" val="20006"/>
                    </a:ext>
                  </a:extLst>
                </a:gridCol>
              </a:tblGrid>
              <a:tr h="298832">
                <a:tc>
                  <a:txBody>
                    <a:bodyPr/>
                    <a:lstStyle/>
                    <a:p>
                      <a:endParaRPr lang="de-DE" sz="1600" dirty="0">
                        <a:solidFill>
                          <a:schemeClr val="bg1"/>
                        </a:solidFill>
                      </a:endParaRPr>
                    </a:p>
                  </a:txBody>
                  <a:tcPr>
                    <a:solidFill>
                      <a:srgbClr val="FFC000"/>
                    </a:solidFill>
                  </a:tcPr>
                </a:tc>
                <a:tc>
                  <a:txBody>
                    <a:bodyPr/>
                    <a:lstStyle/>
                    <a:p>
                      <a:endParaRPr lang="de-DE" sz="1600" dirty="0">
                        <a:solidFill>
                          <a:schemeClr val="bg1"/>
                        </a:solidFill>
                      </a:endParaRPr>
                    </a:p>
                  </a:txBody>
                  <a:tcPr>
                    <a:solidFill>
                      <a:schemeClr val="bg1"/>
                    </a:solidFill>
                  </a:tcPr>
                </a:tc>
                <a:tc>
                  <a:txBody>
                    <a:bodyPr/>
                    <a:lstStyle/>
                    <a:p>
                      <a:endParaRPr lang="de-DE" sz="1600" b="1">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dirty="0">
                        <a:solidFill>
                          <a:schemeClr val="bg1"/>
                        </a:solidFill>
                      </a:endParaRPr>
                    </a:p>
                  </a:txBody>
                  <a:tcPr>
                    <a:solidFill>
                      <a:schemeClr val="bg1"/>
                    </a:solidFill>
                  </a:tcPr>
                </a:tc>
                <a:tc>
                  <a:txBody>
                    <a:bodyPr/>
                    <a:lstStyle/>
                    <a:p>
                      <a:endParaRPr lang="de-DE" sz="1600" dirty="0">
                        <a:solidFill>
                          <a:schemeClr val="bg1"/>
                        </a:solidFill>
                      </a:endParaRPr>
                    </a:p>
                  </a:txBody>
                  <a:tcPr>
                    <a:solidFill>
                      <a:schemeClr val="bg1"/>
                    </a:solidFill>
                  </a:tcPr>
                </a:tc>
                <a:tc>
                  <a:txBody>
                    <a:bodyPr/>
                    <a:lstStyle/>
                    <a:p>
                      <a:endParaRPr lang="de-DE" sz="1600" dirty="0">
                        <a:solidFill>
                          <a:schemeClr val="bg1"/>
                        </a:solidFill>
                      </a:endParaRPr>
                    </a:p>
                  </a:txBody>
                  <a:tcPr>
                    <a:solidFill>
                      <a:schemeClr val="bg1"/>
                    </a:solidFill>
                  </a:tcPr>
                </a:tc>
                <a:extLst>
                  <a:ext uri="{0D108BD9-81ED-4DB2-BD59-A6C34878D82A}">
                    <a16:rowId xmlns:a16="http://schemas.microsoft.com/office/drawing/2014/main" val="10000"/>
                  </a:ext>
                </a:extLst>
              </a:tr>
            </a:tbl>
          </a:graphicData>
        </a:graphic>
      </p:graphicFrame>
      <p:sp>
        <p:nvSpPr>
          <p:cNvPr id="4" name="Textfeld 3">
            <a:extLst>
              <a:ext uri="{FF2B5EF4-FFF2-40B4-BE49-F238E27FC236}">
                <a16:creationId xmlns:a16="http://schemas.microsoft.com/office/drawing/2014/main" id="{645B671B-5453-8EA0-AE15-7AA87175B5C7}"/>
              </a:ext>
            </a:extLst>
          </p:cNvPr>
          <p:cNvSpPr txBox="1"/>
          <p:nvPr/>
        </p:nvSpPr>
        <p:spPr>
          <a:xfrm>
            <a:off x="407368" y="1484784"/>
            <a:ext cx="6048672" cy="769441"/>
          </a:xfrm>
          <a:prstGeom prst="rect">
            <a:avLst/>
          </a:prstGeom>
          <a:noFill/>
        </p:spPr>
        <p:txBody>
          <a:bodyPr wrap="square">
            <a:spAutoFit/>
          </a:bodyPr>
          <a:lstStyle/>
          <a:p>
            <a:pPr>
              <a:buNone/>
            </a:pPr>
            <a:r>
              <a:rPr lang="de-DE" sz="1100" b="1" dirty="0">
                <a:latin typeface="Arial" panose="020B0604020202020204" pitchFamily="34" charset="0"/>
                <a:cs typeface="Arial" panose="020B0604020202020204" pitchFamily="34" charset="0"/>
              </a:rPr>
              <a:t>Vertex AI: Google Cloud</a:t>
            </a:r>
          </a:p>
          <a:p>
            <a:pPr>
              <a:buNone/>
            </a:pPr>
            <a:endParaRPr lang="de-DE" sz="11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100" dirty="0">
                <a:latin typeface="Arial" panose="020B0604020202020204" pitchFamily="34" charset="0"/>
                <a:cs typeface="Arial" panose="020B0604020202020204" pitchFamily="34" charset="0"/>
              </a:rPr>
              <a:t>Pipelines</a:t>
            </a:r>
          </a:p>
          <a:p>
            <a:pPr marL="742950" lvl="1" indent="-285750">
              <a:buFont typeface="Wingdings" panose="05000000000000000000" pitchFamily="2" charset="2"/>
              <a:buChar char="§"/>
            </a:pPr>
            <a:endParaRPr lang="de-DE" sz="1100" dirty="0">
              <a:latin typeface="Arial" panose="020B0604020202020204" pitchFamily="34" charset="0"/>
              <a:cs typeface="Arial" panose="020B0604020202020204" pitchFamily="34" charset="0"/>
            </a:endParaRPr>
          </a:p>
        </p:txBody>
      </p:sp>
      <p:pic>
        <p:nvPicPr>
          <p:cNvPr id="3" name="Grafik 2">
            <a:extLst>
              <a:ext uri="{FF2B5EF4-FFF2-40B4-BE49-F238E27FC236}">
                <a16:creationId xmlns:a16="http://schemas.microsoft.com/office/drawing/2014/main" id="{0F5F533A-C050-1B7B-6350-B5C29EAC3FE5}"/>
              </a:ext>
            </a:extLst>
          </p:cNvPr>
          <p:cNvPicPr>
            <a:picLocks noChangeAspect="1"/>
          </p:cNvPicPr>
          <p:nvPr/>
        </p:nvPicPr>
        <p:blipFill>
          <a:blip r:embed="rId3"/>
          <a:stretch>
            <a:fillRect/>
          </a:stretch>
        </p:blipFill>
        <p:spPr>
          <a:xfrm>
            <a:off x="623392" y="2380903"/>
            <a:ext cx="3769118" cy="3861048"/>
          </a:xfrm>
          <a:prstGeom prst="rect">
            <a:avLst/>
          </a:prstGeom>
        </p:spPr>
      </p:pic>
      <p:pic>
        <p:nvPicPr>
          <p:cNvPr id="1026" name="Picture 2" descr="Referenzarchitektur – Prozessvideos mit Vertex AI Vision und anderen Google Cloud-Tools streamen">
            <a:extLst>
              <a:ext uri="{FF2B5EF4-FFF2-40B4-BE49-F238E27FC236}">
                <a16:creationId xmlns:a16="http://schemas.microsoft.com/office/drawing/2014/main" id="{3B31BDCA-7084-3014-EFB3-8BFA94EC04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91361" y="2362952"/>
            <a:ext cx="7374650" cy="2920305"/>
          </a:xfrm>
          <a:prstGeom prst="rect">
            <a:avLst/>
          </a:prstGeom>
          <a:noFill/>
          <a:extLst>
            <a:ext uri="{909E8E84-426E-40DD-AFC4-6F175D3DCCD1}">
              <a14:hiddenFill xmlns:a14="http://schemas.microsoft.com/office/drawing/2010/main">
                <a:solidFill>
                  <a:srgbClr val="FFFFFF"/>
                </a:solidFill>
              </a14:hiddenFill>
            </a:ext>
          </a:extLst>
        </p:spPr>
      </p:pic>
      <p:sp>
        <p:nvSpPr>
          <p:cNvPr id="10" name="Textfeld 9">
            <a:extLst>
              <a:ext uri="{FF2B5EF4-FFF2-40B4-BE49-F238E27FC236}">
                <a16:creationId xmlns:a16="http://schemas.microsoft.com/office/drawing/2014/main" id="{EE1CC455-7DBD-C425-28B5-AD66FA1B323E}"/>
              </a:ext>
            </a:extLst>
          </p:cNvPr>
          <p:cNvSpPr txBox="1"/>
          <p:nvPr/>
        </p:nvSpPr>
        <p:spPr>
          <a:xfrm>
            <a:off x="659395" y="6381328"/>
            <a:ext cx="10873208" cy="261610"/>
          </a:xfrm>
          <a:prstGeom prst="rect">
            <a:avLst/>
          </a:prstGeom>
          <a:noFill/>
        </p:spPr>
        <p:txBody>
          <a:bodyPr wrap="square">
            <a:spAutoFit/>
          </a:bodyPr>
          <a:lstStyle/>
          <a:p>
            <a:r>
              <a:rPr lang="de-DE" sz="1100" dirty="0"/>
              <a:t>Quelle: https://cloud.google.com/vision?hl=de#get-automated-image-descriptions-with-gen-ai</a:t>
            </a:r>
          </a:p>
        </p:txBody>
      </p:sp>
    </p:spTree>
    <p:extLst>
      <p:ext uri="{BB962C8B-B14F-4D97-AF65-F5344CB8AC3E}">
        <p14:creationId xmlns:p14="http://schemas.microsoft.com/office/powerpoint/2010/main" val="38704018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elle 43">
            <a:extLst>
              <a:ext uri="{FF2B5EF4-FFF2-40B4-BE49-F238E27FC236}">
                <a16:creationId xmlns:a16="http://schemas.microsoft.com/office/drawing/2014/main" id="{D0C400BB-09BD-3E17-70A5-06A821838AEC}"/>
              </a:ext>
            </a:extLst>
          </p:cNvPr>
          <p:cNvGraphicFramePr>
            <a:graphicFrameLocks noGrp="1"/>
          </p:cNvGraphicFramePr>
          <p:nvPr/>
        </p:nvGraphicFramePr>
        <p:xfrm>
          <a:off x="0" y="1057816"/>
          <a:ext cx="12191998" cy="33528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741714">
                  <a:extLst>
                    <a:ext uri="{9D8B030D-6E8A-4147-A177-3AD203B41FA5}">
                      <a16:colId xmlns:a16="http://schemas.microsoft.com/office/drawing/2014/main" val="20000"/>
                    </a:ext>
                  </a:extLst>
                </a:gridCol>
                <a:gridCol w="1741714">
                  <a:extLst>
                    <a:ext uri="{9D8B030D-6E8A-4147-A177-3AD203B41FA5}">
                      <a16:colId xmlns:a16="http://schemas.microsoft.com/office/drawing/2014/main" val="20001"/>
                    </a:ext>
                  </a:extLst>
                </a:gridCol>
                <a:gridCol w="1741714">
                  <a:extLst>
                    <a:ext uri="{9D8B030D-6E8A-4147-A177-3AD203B41FA5}">
                      <a16:colId xmlns:a16="http://schemas.microsoft.com/office/drawing/2014/main" val="20002"/>
                    </a:ext>
                  </a:extLst>
                </a:gridCol>
                <a:gridCol w="1741714">
                  <a:extLst>
                    <a:ext uri="{9D8B030D-6E8A-4147-A177-3AD203B41FA5}">
                      <a16:colId xmlns:a16="http://schemas.microsoft.com/office/drawing/2014/main" val="20003"/>
                    </a:ext>
                  </a:extLst>
                </a:gridCol>
                <a:gridCol w="1741714">
                  <a:extLst>
                    <a:ext uri="{9D8B030D-6E8A-4147-A177-3AD203B41FA5}">
                      <a16:colId xmlns:a16="http://schemas.microsoft.com/office/drawing/2014/main" val="20004"/>
                    </a:ext>
                  </a:extLst>
                </a:gridCol>
                <a:gridCol w="1741714">
                  <a:extLst>
                    <a:ext uri="{9D8B030D-6E8A-4147-A177-3AD203B41FA5}">
                      <a16:colId xmlns:a16="http://schemas.microsoft.com/office/drawing/2014/main" val="20005"/>
                    </a:ext>
                  </a:extLst>
                </a:gridCol>
                <a:gridCol w="1741714">
                  <a:extLst>
                    <a:ext uri="{9D8B030D-6E8A-4147-A177-3AD203B41FA5}">
                      <a16:colId xmlns:a16="http://schemas.microsoft.com/office/drawing/2014/main" val="20006"/>
                    </a:ext>
                  </a:extLst>
                </a:gridCol>
              </a:tblGrid>
              <a:tr h="298832">
                <a:tc>
                  <a:txBody>
                    <a:bodyPr/>
                    <a:lstStyle/>
                    <a:p>
                      <a:endParaRPr lang="de-DE" sz="1600">
                        <a:solidFill>
                          <a:schemeClr val="bg1"/>
                        </a:solidFill>
                      </a:endParaRPr>
                    </a:p>
                  </a:txBody>
                  <a:tcPr>
                    <a:solidFill>
                      <a:srgbClr val="438086"/>
                    </a:solidFill>
                  </a:tcPr>
                </a:tc>
                <a:tc>
                  <a:txBody>
                    <a:bodyPr/>
                    <a:lstStyle/>
                    <a:p>
                      <a:endParaRPr lang="de-DE" sz="1600" dirty="0">
                        <a:solidFill>
                          <a:schemeClr val="bg1"/>
                        </a:solidFill>
                      </a:endParaRPr>
                    </a:p>
                  </a:txBody>
                  <a:tcPr>
                    <a:solidFill>
                      <a:srgbClr val="FFC000"/>
                    </a:solidFill>
                  </a:tcPr>
                </a:tc>
                <a:tc>
                  <a:txBody>
                    <a:bodyPr/>
                    <a:lstStyle/>
                    <a:p>
                      <a:endParaRPr lang="de-DE" sz="1600" b="1">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dirty="0">
                        <a:solidFill>
                          <a:schemeClr val="bg1"/>
                        </a:solidFill>
                      </a:endParaRPr>
                    </a:p>
                  </a:txBody>
                  <a:tcPr>
                    <a:solidFill>
                      <a:schemeClr val="bg1"/>
                    </a:solidFill>
                  </a:tcPr>
                </a:tc>
                <a:extLst>
                  <a:ext uri="{0D108BD9-81ED-4DB2-BD59-A6C34878D82A}">
                    <a16:rowId xmlns:a16="http://schemas.microsoft.com/office/drawing/2014/main" val="10000"/>
                  </a:ext>
                </a:extLst>
              </a:tr>
            </a:tbl>
          </a:graphicData>
        </a:graphic>
      </p:graphicFrame>
      <p:sp>
        <p:nvSpPr>
          <p:cNvPr id="19" name="Titel 1">
            <a:extLst>
              <a:ext uri="{FF2B5EF4-FFF2-40B4-BE49-F238E27FC236}">
                <a16:creationId xmlns:a16="http://schemas.microsoft.com/office/drawing/2014/main" id="{71ECED2B-BEDC-4033-205E-E54D660F836C}"/>
              </a:ext>
            </a:extLst>
          </p:cNvPr>
          <p:cNvSpPr>
            <a:spLocks noGrp="1"/>
          </p:cNvSpPr>
          <p:nvPr>
            <p:ph type="title"/>
          </p:nvPr>
        </p:nvSpPr>
        <p:spPr>
          <a:xfrm>
            <a:off x="0" y="476672"/>
            <a:ext cx="12192000" cy="576000"/>
          </a:xfrm>
        </p:spPr>
        <p:txBody>
          <a:bodyPr>
            <a:noAutofit/>
          </a:bodyPr>
          <a:lstStyle/>
          <a:p>
            <a:r>
              <a:rPr kumimoji="0" lang="de-DE" altLang="de-DE" sz="2000" b="1" i="0" u="none" strike="noStrike" cap="none" normalizeH="0" baseline="0" dirty="0">
                <a:ln>
                  <a:noFill/>
                </a:ln>
                <a:solidFill>
                  <a:schemeClr val="tx1"/>
                </a:solidFill>
                <a:effectLst/>
                <a:latin typeface="Arial" panose="020B0604020202020204" pitchFamily="34" charset="0"/>
              </a:rPr>
              <a:t>2️⃣ </a:t>
            </a:r>
            <a:r>
              <a:rPr kumimoji="0" lang="de-DE" altLang="de-DE" sz="2000" b="1" i="0" u="none" strike="noStrike" cap="none" normalizeH="0" baseline="0" dirty="0" err="1">
                <a:ln>
                  <a:noFill/>
                </a:ln>
                <a:solidFill>
                  <a:schemeClr val="tx1"/>
                </a:solidFill>
                <a:effectLst/>
                <a:latin typeface="Arial" panose="020B0604020202020204" pitchFamily="34" charset="0"/>
              </a:rPr>
              <a:t>OpenCV</a:t>
            </a:r>
            <a:r>
              <a:rPr kumimoji="0" lang="de-DE" altLang="de-DE" sz="2000" b="1" i="0" u="none" strike="noStrike" cap="none" normalizeH="0" baseline="0" dirty="0">
                <a:ln>
                  <a:noFill/>
                </a:ln>
                <a:solidFill>
                  <a:schemeClr val="tx1"/>
                </a:solidFill>
                <a:effectLst/>
                <a:latin typeface="Arial" panose="020B0604020202020204" pitchFamily="34" charset="0"/>
              </a:rPr>
              <a:t> &amp; </a:t>
            </a:r>
            <a:r>
              <a:rPr kumimoji="0" lang="de-DE" altLang="de-DE" sz="2000" b="1" i="0" u="none" strike="noStrike" cap="none" normalizeH="0" baseline="0" dirty="0" err="1">
                <a:ln>
                  <a:noFill/>
                </a:ln>
                <a:solidFill>
                  <a:schemeClr val="tx1"/>
                </a:solidFill>
                <a:effectLst/>
                <a:latin typeface="Arial" panose="020B0604020202020204" pitchFamily="34" charset="0"/>
              </a:rPr>
              <a:t>OpenSource</a:t>
            </a:r>
            <a:r>
              <a:rPr kumimoji="0" lang="de-DE" altLang="de-DE" sz="2000" b="1" i="0" u="none" strike="noStrike" cap="none" normalizeH="0" baseline="0" dirty="0">
                <a:ln>
                  <a:noFill/>
                </a:ln>
                <a:solidFill>
                  <a:schemeClr val="tx1"/>
                </a:solidFill>
                <a:effectLst/>
                <a:latin typeface="Arial" panose="020B0604020202020204" pitchFamily="34" charset="0"/>
              </a:rPr>
              <a:t> – </a:t>
            </a:r>
            <a:r>
              <a:rPr kumimoji="0" lang="de-DE" altLang="de-DE" sz="2000" b="1" i="0" u="none" strike="noStrike" cap="none" normalizeH="0" baseline="0" dirty="0" err="1">
                <a:ln>
                  <a:noFill/>
                </a:ln>
                <a:solidFill>
                  <a:schemeClr val="tx1"/>
                </a:solidFill>
                <a:effectLst/>
                <a:latin typeface="Arial" panose="020B0604020202020204" pitchFamily="34" charset="0"/>
              </a:rPr>
              <a:t>Tesseract</a:t>
            </a:r>
            <a:r>
              <a:rPr kumimoji="0" lang="de-DE" altLang="de-DE" sz="2000" b="1" i="0" u="none" strike="noStrike" cap="none" normalizeH="0" baseline="0" dirty="0">
                <a:ln>
                  <a:noFill/>
                </a:ln>
                <a:solidFill>
                  <a:schemeClr val="tx1"/>
                </a:solidFill>
                <a:effectLst/>
                <a:latin typeface="Arial" panose="020B0604020202020204" pitchFamily="34" charset="0"/>
              </a:rPr>
              <a:t> – YOLO – </a:t>
            </a:r>
            <a:r>
              <a:rPr kumimoji="0" lang="de-DE" altLang="de-DE" sz="2000" b="1" i="0" u="none" strike="noStrike" cap="none" normalizeH="0" baseline="0" dirty="0" err="1">
                <a:ln>
                  <a:noFill/>
                </a:ln>
                <a:solidFill>
                  <a:schemeClr val="tx1"/>
                </a:solidFill>
                <a:effectLst/>
                <a:latin typeface="Arial" panose="020B0604020202020204" pitchFamily="34" charset="0"/>
              </a:rPr>
              <a:t>CascadeClassifier</a:t>
            </a:r>
            <a:r>
              <a:rPr kumimoji="0" lang="de-DE" altLang="de-DE" sz="2000" b="1" i="0" u="none" strike="noStrike" cap="none" normalizeH="0" baseline="0" dirty="0">
                <a:ln>
                  <a:noFill/>
                </a:ln>
                <a:solidFill>
                  <a:schemeClr val="tx1"/>
                </a:solidFill>
                <a:effectLst/>
                <a:latin typeface="Arial" panose="020B0604020202020204" pitchFamily="34" charset="0"/>
              </a:rPr>
              <a:t> (</a:t>
            </a:r>
            <a:r>
              <a:rPr kumimoji="0" lang="de-DE" altLang="de-DE" sz="2000" b="1" i="0" u="none" strike="noStrike" cap="none" normalizeH="0" baseline="0" dirty="0" err="1">
                <a:ln>
                  <a:noFill/>
                </a:ln>
                <a:solidFill>
                  <a:schemeClr val="tx1"/>
                </a:solidFill>
                <a:effectLst/>
                <a:latin typeface="Arial" panose="020B0604020202020204" pitchFamily="34" charset="0"/>
              </a:rPr>
              <a:t>Ges.erk</a:t>
            </a:r>
            <a:r>
              <a:rPr kumimoji="0" lang="de-DE" altLang="de-DE" sz="2000" b="1" i="0" u="none" strike="noStrike" cap="none" normalizeH="0" baseline="0" dirty="0">
                <a:ln>
                  <a:noFill/>
                </a:ln>
                <a:solidFill>
                  <a:schemeClr val="tx1"/>
                </a:solidFill>
                <a:effectLst/>
                <a:latin typeface="Arial" panose="020B0604020202020204" pitchFamily="34" charset="0"/>
              </a:rPr>
              <a:t>.)</a:t>
            </a:r>
            <a:endParaRPr lang="de-DE" sz="2000" b="1" dirty="0">
              <a:latin typeface="Arial" panose="020B0604020202020204" pitchFamily="34" charset="0"/>
              <a:ea typeface="Verdana" panose="020B0604030504040204" pitchFamily="34" charset="0"/>
              <a:cs typeface="Arial" panose="020B0604020202020204" pitchFamily="34" charset="0"/>
            </a:endParaRPr>
          </a:p>
        </p:txBody>
      </p:sp>
      <p:sp>
        <p:nvSpPr>
          <p:cNvPr id="2" name="Textfeld 1">
            <a:extLst>
              <a:ext uri="{FF2B5EF4-FFF2-40B4-BE49-F238E27FC236}">
                <a16:creationId xmlns:a16="http://schemas.microsoft.com/office/drawing/2014/main" id="{90410248-A5CC-F9DF-2194-2F576F39169E}"/>
              </a:ext>
            </a:extLst>
          </p:cNvPr>
          <p:cNvSpPr txBox="1"/>
          <p:nvPr/>
        </p:nvSpPr>
        <p:spPr>
          <a:xfrm>
            <a:off x="407368" y="1628800"/>
            <a:ext cx="6196012" cy="4524315"/>
          </a:xfrm>
          <a:prstGeom prst="rect">
            <a:avLst/>
          </a:prstGeom>
          <a:noFill/>
        </p:spPr>
        <p:txBody>
          <a:bodyPr wrap="square">
            <a:spAutoFit/>
          </a:bodyPr>
          <a:lstStyle/>
          <a:p>
            <a:pPr>
              <a:buNone/>
            </a:pPr>
            <a:r>
              <a:rPr lang="de-DE" sz="1200" b="1" dirty="0" err="1">
                <a:latin typeface="Arial" panose="020B0604020202020204" pitchFamily="34" charset="0"/>
                <a:cs typeface="Arial" panose="020B0604020202020204" pitchFamily="34" charset="0"/>
              </a:rPr>
              <a:t>OpenCV</a:t>
            </a:r>
            <a:r>
              <a:rPr lang="de-DE" sz="1200" b="1" dirty="0">
                <a:latin typeface="Arial" panose="020B0604020202020204" pitchFamily="34" charset="0"/>
                <a:cs typeface="Arial" panose="020B0604020202020204" pitchFamily="34" charset="0"/>
              </a:rPr>
              <a:t> &amp; </a:t>
            </a:r>
            <a:r>
              <a:rPr lang="de-DE" sz="1200" b="1" dirty="0" err="1">
                <a:latin typeface="Arial" panose="020B0604020202020204" pitchFamily="34" charset="0"/>
                <a:cs typeface="Arial" panose="020B0604020202020204" pitchFamily="34" charset="0"/>
              </a:rPr>
              <a:t>OpenSource</a:t>
            </a:r>
            <a:r>
              <a:rPr lang="de-DE" sz="1200" b="1" dirty="0">
                <a:latin typeface="Arial" panose="020B0604020202020204" pitchFamily="34" charset="0"/>
                <a:cs typeface="Arial" panose="020B0604020202020204" pitchFamily="34" charset="0"/>
              </a:rPr>
              <a:t> Software</a:t>
            </a:r>
          </a:p>
          <a:p>
            <a:pPr>
              <a:buNone/>
            </a:pPr>
            <a:endParaRPr lang="de-DE" sz="12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200" dirty="0" err="1">
                <a:latin typeface="Arial" panose="020B0604020202020204" pitchFamily="34" charset="0"/>
                <a:cs typeface="Arial" panose="020B0604020202020204" pitchFamily="34" charset="0"/>
              </a:rPr>
              <a:t>OpenCV</a:t>
            </a:r>
            <a:endParaRPr lang="de-DE" sz="1200" dirty="0">
              <a:latin typeface="Arial" panose="020B0604020202020204" pitchFamily="34" charset="0"/>
              <a:cs typeface="Arial" panose="020B0604020202020204" pitchFamily="34" charset="0"/>
            </a:endParaRPr>
          </a:p>
          <a:p>
            <a:pPr marL="742950" lvl="1" indent="-285750">
              <a:buFont typeface="Wingdings" panose="05000000000000000000" pitchFamily="2" charset="2"/>
              <a:buChar char="§"/>
            </a:pPr>
            <a:r>
              <a:rPr lang="de-DE" sz="1200" dirty="0" err="1">
                <a:latin typeface="Arial" panose="020B0604020202020204" pitchFamily="34" charset="0"/>
                <a:cs typeface="Arial" panose="020B0604020202020204" pitchFamily="34" charset="0"/>
              </a:rPr>
              <a:t>OpenSource</a:t>
            </a:r>
            <a:r>
              <a:rPr lang="de-DE" sz="1200" dirty="0">
                <a:latin typeface="Arial" panose="020B0604020202020204" pitchFamily="34" charset="0"/>
                <a:cs typeface="Arial" panose="020B0604020202020204" pitchFamily="34" charset="0"/>
              </a:rPr>
              <a:t> Software für Computer Vision und ML</a:t>
            </a:r>
          </a:p>
          <a:p>
            <a:pPr marL="742950" lvl="1" indent="-285750">
              <a:buFont typeface="Wingdings" panose="05000000000000000000" pitchFamily="2" charset="2"/>
              <a:buChar char="§"/>
            </a:pPr>
            <a:r>
              <a:rPr lang="de-DE" sz="1200" dirty="0">
                <a:latin typeface="Arial" panose="020B0604020202020204" pitchFamily="34" charset="0"/>
                <a:cs typeface="Arial" panose="020B0604020202020204" pitchFamily="34" charset="0"/>
              </a:rPr>
              <a:t>Vielfältige Video &amp; Audio Lösungen, hohe Marktdurchdringung</a:t>
            </a:r>
          </a:p>
          <a:p>
            <a:pPr marL="742950" lvl="1" indent="-285750">
              <a:buFont typeface="Wingdings" panose="05000000000000000000" pitchFamily="2" charset="2"/>
              <a:buChar char="§"/>
            </a:pPr>
            <a:r>
              <a:rPr lang="de-DE" sz="1200" dirty="0">
                <a:latin typeface="Arial" panose="020B0604020202020204" pitchFamily="34" charset="0"/>
                <a:cs typeface="Arial" panose="020B0604020202020204" pitchFamily="34" charset="0"/>
              </a:rPr>
              <a:t>Vorteil: Häufig eingesetzt, sehr große Community, viele unterstütze Programmiersprechen</a:t>
            </a:r>
          </a:p>
          <a:p>
            <a:pPr lvl="1"/>
            <a:endParaRPr lang="de-DE" sz="12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200" dirty="0" err="1">
                <a:latin typeface="Arial" panose="020B0604020202020204" pitchFamily="34" charset="0"/>
                <a:cs typeface="Arial" panose="020B0604020202020204" pitchFamily="34" charset="0"/>
              </a:rPr>
              <a:t>Tesseract</a:t>
            </a:r>
            <a:r>
              <a:rPr lang="de-DE" sz="1200" dirty="0">
                <a:latin typeface="Arial" panose="020B0604020202020204" pitchFamily="34" charset="0"/>
                <a:cs typeface="Arial" panose="020B0604020202020204" pitchFamily="34" charset="0"/>
              </a:rPr>
              <a:t> (OCR Modul)</a:t>
            </a:r>
          </a:p>
          <a:p>
            <a:pPr marL="742950" lvl="1" indent="-285750">
              <a:buFont typeface="Wingdings" panose="05000000000000000000" pitchFamily="2" charset="2"/>
              <a:buChar char="§"/>
            </a:pPr>
            <a:r>
              <a:rPr lang="de-DE" sz="1200" dirty="0">
                <a:latin typeface="Arial" panose="020B0604020202020204" pitchFamily="34" charset="0"/>
                <a:cs typeface="Arial" panose="020B0604020202020204" pitchFamily="34" charset="0"/>
              </a:rPr>
              <a:t>Einfach zu verwenden</a:t>
            </a:r>
          </a:p>
          <a:p>
            <a:pPr marL="742950" lvl="1" indent="-285750">
              <a:buFont typeface="Wingdings" panose="05000000000000000000" pitchFamily="2" charset="2"/>
              <a:buChar char="§"/>
            </a:pPr>
            <a:r>
              <a:rPr lang="de-DE" sz="1200" dirty="0">
                <a:latin typeface="Arial" panose="020B0604020202020204" pitchFamily="34" charset="0"/>
                <a:cs typeface="Arial" panose="020B0604020202020204" pitchFamily="34" charset="0"/>
              </a:rPr>
              <a:t>Geringer Automatisierungsgrad – Keine </a:t>
            </a:r>
            <a:r>
              <a:rPr lang="de-DE" sz="1200" dirty="0" err="1">
                <a:latin typeface="Arial" panose="020B0604020202020204" pitchFamily="34" charset="0"/>
                <a:cs typeface="Arial" panose="020B0604020202020204" pitchFamily="34" charset="0"/>
              </a:rPr>
              <a:t>autom</a:t>
            </a:r>
            <a:r>
              <a:rPr lang="de-DE" sz="1200" dirty="0">
                <a:latin typeface="Arial" panose="020B0604020202020204" pitchFamily="34" charset="0"/>
                <a:cs typeface="Arial" panose="020B0604020202020204" pitchFamily="34" charset="0"/>
              </a:rPr>
              <a:t>. Extraktion</a:t>
            </a:r>
          </a:p>
          <a:p>
            <a:pPr lvl="1"/>
            <a:endParaRPr lang="de-DE" sz="12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200" dirty="0">
                <a:latin typeface="Arial" panose="020B0604020202020204" pitchFamily="34" charset="0"/>
                <a:cs typeface="Arial" panose="020B0604020202020204" pitchFamily="34" charset="0"/>
              </a:rPr>
              <a:t>YOLO - Objekterkennung</a:t>
            </a:r>
          </a:p>
          <a:p>
            <a:pPr marL="742950" lvl="1" indent="-285750">
              <a:buFont typeface="Wingdings" panose="05000000000000000000" pitchFamily="2" charset="2"/>
              <a:buChar char="§"/>
            </a:pPr>
            <a:r>
              <a:rPr lang="de-DE" sz="1200" dirty="0">
                <a:latin typeface="Arial" panose="020B0604020202020204" pitchFamily="34" charset="0"/>
                <a:cs typeface="Arial" panose="020B0604020202020204" pitchFamily="34" charset="0"/>
              </a:rPr>
              <a:t>Objekterkennung, Objektsegmentierung, usw.</a:t>
            </a:r>
          </a:p>
          <a:p>
            <a:pPr marL="742950" lvl="1" indent="-285750">
              <a:buFont typeface="Wingdings" panose="05000000000000000000" pitchFamily="2" charset="2"/>
              <a:buChar char="§"/>
            </a:pPr>
            <a:r>
              <a:rPr lang="de-DE" sz="1200" dirty="0">
                <a:latin typeface="Arial" panose="020B0604020202020204" pitchFamily="34" charset="0"/>
                <a:cs typeface="Arial" panose="020B0604020202020204" pitchFamily="34" charset="0"/>
              </a:rPr>
              <a:t>Mittelmäßig großer Aufwand bei der Implementierung und Auswertung</a:t>
            </a:r>
          </a:p>
          <a:p>
            <a:pPr marL="742950" lvl="1" indent="-285750">
              <a:buFont typeface="Wingdings" panose="05000000000000000000" pitchFamily="2" charset="2"/>
              <a:buChar char="§"/>
            </a:pPr>
            <a:endParaRPr lang="de-DE" sz="12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200" dirty="0" err="1">
                <a:latin typeface="Arial" panose="020B0604020202020204" pitchFamily="34" charset="0"/>
                <a:cs typeface="Arial" panose="020B0604020202020204" pitchFamily="34" charset="0"/>
              </a:rPr>
              <a:t>CascadeClassifier</a:t>
            </a:r>
            <a:endParaRPr lang="de-DE" sz="1200" dirty="0">
              <a:latin typeface="Arial" panose="020B0604020202020204" pitchFamily="34" charset="0"/>
              <a:cs typeface="Arial" panose="020B0604020202020204" pitchFamily="34" charset="0"/>
            </a:endParaRPr>
          </a:p>
          <a:p>
            <a:pPr marL="742950" lvl="1" indent="-285750">
              <a:buFont typeface="Wingdings" panose="05000000000000000000" pitchFamily="2" charset="2"/>
              <a:buChar char="§"/>
            </a:pPr>
            <a:r>
              <a:rPr lang="de-DE" sz="1200" dirty="0">
                <a:latin typeface="Arial" panose="020B0604020202020204" pitchFamily="34" charset="0"/>
                <a:cs typeface="Arial" panose="020B0604020202020204" pitchFamily="34" charset="0"/>
              </a:rPr>
              <a:t>Kann z.B. für Gesichts(wieder)</a:t>
            </a:r>
            <a:r>
              <a:rPr lang="de-DE" sz="1200" dirty="0" err="1">
                <a:latin typeface="Arial" panose="020B0604020202020204" pitchFamily="34" charset="0"/>
                <a:cs typeface="Arial" panose="020B0604020202020204" pitchFamily="34" charset="0"/>
              </a:rPr>
              <a:t>erkennung</a:t>
            </a:r>
            <a:r>
              <a:rPr lang="de-DE" sz="1200" dirty="0">
                <a:latin typeface="Arial" panose="020B0604020202020204" pitchFamily="34" charset="0"/>
                <a:cs typeface="Arial" panose="020B0604020202020204" pitchFamily="34" charset="0"/>
              </a:rPr>
              <a:t> genutzt werden</a:t>
            </a:r>
          </a:p>
          <a:p>
            <a:pPr marL="742950" lvl="1" indent="-285750">
              <a:buFont typeface="Wingdings" panose="05000000000000000000" pitchFamily="2" charset="2"/>
              <a:buChar char="§"/>
            </a:pPr>
            <a:r>
              <a:rPr lang="de-DE" sz="1200" dirty="0">
                <a:latin typeface="Arial" panose="020B0604020202020204" pitchFamily="34" charset="0"/>
                <a:cs typeface="Arial" panose="020B0604020202020204" pitchFamily="34" charset="0"/>
              </a:rPr>
              <a:t>Einfach trainierbar</a:t>
            </a:r>
          </a:p>
          <a:p>
            <a:pPr marL="742950" lvl="1" indent="-285750">
              <a:buFont typeface="Wingdings" panose="05000000000000000000" pitchFamily="2" charset="2"/>
              <a:buChar char="§"/>
            </a:pPr>
            <a:endParaRPr lang="de-DE" sz="12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200" dirty="0">
                <a:latin typeface="Arial" panose="020B0604020202020204" pitchFamily="34" charset="0"/>
                <a:cs typeface="Arial" panose="020B0604020202020204" pitchFamily="34" charset="0"/>
              </a:rPr>
              <a:t>Kompatibel mit weiteren ML Modulen, z.B. mit </a:t>
            </a:r>
            <a:r>
              <a:rPr lang="de-DE" sz="1200" dirty="0" err="1">
                <a:latin typeface="Arial" panose="020B0604020202020204" pitchFamily="34" charset="0"/>
                <a:cs typeface="Arial" panose="020B0604020202020204" pitchFamily="34" charset="0"/>
              </a:rPr>
              <a:t>TensorFlow</a:t>
            </a:r>
            <a:r>
              <a:rPr lang="de-DE" sz="1200" dirty="0">
                <a:latin typeface="Arial" panose="020B0604020202020204" pitchFamily="34" charset="0"/>
                <a:cs typeface="Arial" panose="020B0604020202020204" pitchFamily="34" charset="0"/>
              </a:rPr>
              <a:t>, </a:t>
            </a:r>
            <a:r>
              <a:rPr lang="de-DE" sz="1200" dirty="0" err="1">
                <a:latin typeface="Arial" panose="020B0604020202020204" pitchFamily="34" charset="0"/>
                <a:cs typeface="Arial" panose="020B0604020202020204" pitchFamily="34" charset="0"/>
              </a:rPr>
              <a:t>PyTorch</a:t>
            </a:r>
            <a:r>
              <a:rPr lang="de-DE" sz="1200" dirty="0">
                <a:latin typeface="Arial" panose="020B0604020202020204" pitchFamily="34" charset="0"/>
                <a:cs typeface="Arial" panose="020B0604020202020204" pitchFamily="34" charset="0"/>
              </a:rPr>
              <a:t> etc.</a:t>
            </a:r>
          </a:p>
          <a:p>
            <a:pPr marL="285750" indent="-285750">
              <a:buFont typeface="Wingdings" panose="05000000000000000000" pitchFamily="2" charset="2"/>
              <a:buChar char="§"/>
            </a:pPr>
            <a:endParaRPr lang="de-DE" sz="12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200" dirty="0">
                <a:latin typeface="Arial" panose="020B0604020202020204" pitchFamily="34" charset="0"/>
                <a:cs typeface="Arial" panose="020B0604020202020204" pitchFamily="34" charset="0"/>
              </a:rPr>
              <a:t>Vorteil: Kostenfrei</a:t>
            </a:r>
          </a:p>
          <a:p>
            <a:pPr marL="285750" indent="-285750">
              <a:buFont typeface="Wingdings" panose="05000000000000000000" pitchFamily="2" charset="2"/>
              <a:buChar char="§"/>
            </a:pPr>
            <a:r>
              <a:rPr lang="de-DE" sz="1200" dirty="0">
                <a:latin typeface="Arial" panose="020B0604020202020204" pitchFamily="34" charset="0"/>
                <a:cs typeface="Arial" panose="020B0604020202020204" pitchFamily="34" charset="0"/>
              </a:rPr>
              <a:t>Nachteil: Hoher Aufwand, geringer Automatisierungsgrad</a:t>
            </a:r>
          </a:p>
        </p:txBody>
      </p:sp>
      <p:pic>
        <p:nvPicPr>
          <p:cNvPr id="1028" name="Picture 4" descr="YOLO Explained. What is YOLO? | by Ani Aggarwal | Analytics Vidhya | Medium">
            <a:extLst>
              <a:ext uri="{FF2B5EF4-FFF2-40B4-BE49-F238E27FC236}">
                <a16:creationId xmlns:a16="http://schemas.microsoft.com/office/drawing/2014/main" id="{BF65D7FA-54C3-D905-1E1F-C7BF32DFB48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8163" b="16326"/>
          <a:stretch/>
        </p:blipFill>
        <p:spPr bwMode="auto">
          <a:xfrm>
            <a:off x="6672064" y="1628800"/>
            <a:ext cx="5255052" cy="2664296"/>
          </a:xfrm>
          <a:prstGeom prst="rect">
            <a:avLst/>
          </a:prstGeom>
          <a:noFill/>
          <a:extLst>
            <a:ext uri="{909E8E84-426E-40DD-AFC4-6F175D3DCCD1}">
              <a14:hiddenFill xmlns:a14="http://schemas.microsoft.com/office/drawing/2010/main">
                <a:solidFill>
                  <a:srgbClr val="FFFFFF"/>
                </a:solidFill>
              </a14:hiddenFill>
            </a:ext>
          </a:extLst>
        </p:spPr>
      </p:pic>
      <p:pic>
        <p:nvPicPr>
          <p:cNvPr id="7" name="Grafik 6">
            <a:extLst>
              <a:ext uri="{FF2B5EF4-FFF2-40B4-BE49-F238E27FC236}">
                <a16:creationId xmlns:a16="http://schemas.microsoft.com/office/drawing/2014/main" id="{F3CD522C-1D20-78D7-8846-56ED6A8E0862}"/>
              </a:ext>
            </a:extLst>
          </p:cNvPr>
          <p:cNvPicPr>
            <a:picLocks noChangeAspect="1"/>
          </p:cNvPicPr>
          <p:nvPr/>
        </p:nvPicPr>
        <p:blipFill>
          <a:blip r:embed="rId4"/>
          <a:srcRect l="3137" t="16123" r="7228" b="21402"/>
          <a:stretch/>
        </p:blipFill>
        <p:spPr>
          <a:xfrm>
            <a:off x="9264352" y="3645023"/>
            <a:ext cx="2520280" cy="3076533"/>
          </a:xfrm>
          <a:prstGeom prst="rect">
            <a:avLst/>
          </a:prstGeom>
        </p:spPr>
      </p:pic>
    </p:spTree>
    <p:extLst>
      <p:ext uri="{BB962C8B-B14F-4D97-AF65-F5344CB8AC3E}">
        <p14:creationId xmlns:p14="http://schemas.microsoft.com/office/powerpoint/2010/main" val="3753084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elle 43">
            <a:extLst>
              <a:ext uri="{FF2B5EF4-FFF2-40B4-BE49-F238E27FC236}">
                <a16:creationId xmlns:a16="http://schemas.microsoft.com/office/drawing/2014/main" id="{D0C400BB-09BD-3E17-70A5-06A821838AEC}"/>
              </a:ext>
            </a:extLst>
          </p:cNvPr>
          <p:cNvGraphicFramePr>
            <a:graphicFrameLocks noGrp="1"/>
          </p:cNvGraphicFramePr>
          <p:nvPr>
            <p:extLst>
              <p:ext uri="{D42A27DB-BD31-4B8C-83A1-F6EECF244321}">
                <p14:modId xmlns:p14="http://schemas.microsoft.com/office/powerpoint/2010/main" val="477210767"/>
              </p:ext>
            </p:extLst>
          </p:nvPr>
        </p:nvGraphicFramePr>
        <p:xfrm>
          <a:off x="0" y="1057816"/>
          <a:ext cx="12191998" cy="33528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741714">
                  <a:extLst>
                    <a:ext uri="{9D8B030D-6E8A-4147-A177-3AD203B41FA5}">
                      <a16:colId xmlns:a16="http://schemas.microsoft.com/office/drawing/2014/main" val="20000"/>
                    </a:ext>
                  </a:extLst>
                </a:gridCol>
                <a:gridCol w="1741714">
                  <a:extLst>
                    <a:ext uri="{9D8B030D-6E8A-4147-A177-3AD203B41FA5}">
                      <a16:colId xmlns:a16="http://schemas.microsoft.com/office/drawing/2014/main" val="20001"/>
                    </a:ext>
                  </a:extLst>
                </a:gridCol>
                <a:gridCol w="1741714">
                  <a:extLst>
                    <a:ext uri="{9D8B030D-6E8A-4147-A177-3AD203B41FA5}">
                      <a16:colId xmlns:a16="http://schemas.microsoft.com/office/drawing/2014/main" val="20002"/>
                    </a:ext>
                  </a:extLst>
                </a:gridCol>
                <a:gridCol w="1741714">
                  <a:extLst>
                    <a:ext uri="{9D8B030D-6E8A-4147-A177-3AD203B41FA5}">
                      <a16:colId xmlns:a16="http://schemas.microsoft.com/office/drawing/2014/main" val="20003"/>
                    </a:ext>
                  </a:extLst>
                </a:gridCol>
                <a:gridCol w="1741714">
                  <a:extLst>
                    <a:ext uri="{9D8B030D-6E8A-4147-A177-3AD203B41FA5}">
                      <a16:colId xmlns:a16="http://schemas.microsoft.com/office/drawing/2014/main" val="20004"/>
                    </a:ext>
                  </a:extLst>
                </a:gridCol>
                <a:gridCol w="1741714">
                  <a:extLst>
                    <a:ext uri="{9D8B030D-6E8A-4147-A177-3AD203B41FA5}">
                      <a16:colId xmlns:a16="http://schemas.microsoft.com/office/drawing/2014/main" val="20005"/>
                    </a:ext>
                  </a:extLst>
                </a:gridCol>
                <a:gridCol w="1741714">
                  <a:extLst>
                    <a:ext uri="{9D8B030D-6E8A-4147-A177-3AD203B41FA5}">
                      <a16:colId xmlns:a16="http://schemas.microsoft.com/office/drawing/2014/main" val="20006"/>
                    </a:ext>
                  </a:extLst>
                </a:gridCol>
              </a:tblGrid>
              <a:tr h="298832">
                <a:tc>
                  <a:txBody>
                    <a:bodyPr/>
                    <a:lstStyle/>
                    <a:p>
                      <a:endParaRPr lang="de-DE" sz="1600">
                        <a:solidFill>
                          <a:schemeClr val="bg1"/>
                        </a:solidFill>
                      </a:endParaRPr>
                    </a:p>
                  </a:txBody>
                  <a:tcPr>
                    <a:solidFill>
                      <a:srgbClr val="438086"/>
                    </a:solidFill>
                  </a:tcPr>
                </a:tc>
                <a:tc>
                  <a:txBody>
                    <a:bodyPr/>
                    <a:lstStyle/>
                    <a:p>
                      <a:endParaRPr lang="de-DE" sz="1600" dirty="0">
                        <a:solidFill>
                          <a:schemeClr val="bg1"/>
                        </a:solidFill>
                      </a:endParaRPr>
                    </a:p>
                  </a:txBody>
                  <a:tcPr>
                    <a:solidFill>
                      <a:srgbClr val="FFC000"/>
                    </a:solidFill>
                  </a:tcPr>
                </a:tc>
                <a:tc>
                  <a:txBody>
                    <a:bodyPr/>
                    <a:lstStyle/>
                    <a:p>
                      <a:endParaRPr lang="de-DE" sz="1600" b="1">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dirty="0">
                        <a:solidFill>
                          <a:schemeClr val="bg1"/>
                        </a:solidFill>
                      </a:endParaRPr>
                    </a:p>
                  </a:txBody>
                  <a:tcPr>
                    <a:solidFill>
                      <a:schemeClr val="bg1"/>
                    </a:solidFill>
                  </a:tcPr>
                </a:tc>
                <a:extLst>
                  <a:ext uri="{0D108BD9-81ED-4DB2-BD59-A6C34878D82A}">
                    <a16:rowId xmlns:a16="http://schemas.microsoft.com/office/drawing/2014/main" val="10000"/>
                  </a:ext>
                </a:extLst>
              </a:tr>
            </a:tbl>
          </a:graphicData>
        </a:graphic>
      </p:graphicFrame>
      <p:sp>
        <p:nvSpPr>
          <p:cNvPr id="19" name="Titel 1">
            <a:extLst>
              <a:ext uri="{FF2B5EF4-FFF2-40B4-BE49-F238E27FC236}">
                <a16:creationId xmlns:a16="http://schemas.microsoft.com/office/drawing/2014/main" id="{71ECED2B-BEDC-4033-205E-E54D660F836C}"/>
              </a:ext>
            </a:extLst>
          </p:cNvPr>
          <p:cNvSpPr>
            <a:spLocks noGrp="1"/>
          </p:cNvSpPr>
          <p:nvPr>
            <p:ph type="title"/>
          </p:nvPr>
        </p:nvSpPr>
        <p:spPr>
          <a:xfrm>
            <a:off x="0" y="476672"/>
            <a:ext cx="12192000" cy="576000"/>
          </a:xfrm>
        </p:spPr>
        <p:txBody>
          <a:bodyPr>
            <a:noAutofit/>
          </a:bodyPr>
          <a:lstStyle/>
          <a:p>
            <a:r>
              <a:rPr kumimoji="0" lang="de-DE" altLang="de-DE" sz="2000" b="1" i="0" u="none" strike="noStrike" cap="none" normalizeH="0" baseline="0" dirty="0">
                <a:ln>
                  <a:noFill/>
                </a:ln>
                <a:solidFill>
                  <a:schemeClr val="tx1"/>
                </a:solidFill>
                <a:effectLst/>
                <a:latin typeface="Arial" panose="020B0604020202020204" pitchFamily="34" charset="0"/>
              </a:rPr>
              <a:t>2️⃣ Data Pipeline - Eingabe &amp; Vorverarbeitung</a:t>
            </a:r>
            <a:endParaRPr lang="de-DE" sz="2000" b="1" dirty="0">
              <a:latin typeface="Arial" panose="020B0604020202020204" pitchFamily="34" charset="0"/>
              <a:ea typeface="Verdana" panose="020B0604030504040204" pitchFamily="34" charset="0"/>
              <a:cs typeface="Arial" panose="020B0604020202020204" pitchFamily="34" charset="0"/>
            </a:endParaRPr>
          </a:p>
        </p:txBody>
      </p:sp>
      <p:sp>
        <p:nvSpPr>
          <p:cNvPr id="2" name="Textfeld 1">
            <a:extLst>
              <a:ext uri="{FF2B5EF4-FFF2-40B4-BE49-F238E27FC236}">
                <a16:creationId xmlns:a16="http://schemas.microsoft.com/office/drawing/2014/main" id="{90410248-A5CC-F9DF-2194-2F576F39169E}"/>
              </a:ext>
            </a:extLst>
          </p:cNvPr>
          <p:cNvSpPr txBox="1"/>
          <p:nvPr/>
        </p:nvSpPr>
        <p:spPr>
          <a:xfrm>
            <a:off x="407368" y="1628800"/>
            <a:ext cx="6196012" cy="2893100"/>
          </a:xfrm>
          <a:prstGeom prst="rect">
            <a:avLst/>
          </a:prstGeom>
          <a:noFill/>
        </p:spPr>
        <p:txBody>
          <a:bodyPr wrap="square">
            <a:spAutoFit/>
          </a:bodyPr>
          <a:lstStyle/>
          <a:p>
            <a:pPr>
              <a:buNone/>
            </a:pPr>
            <a:r>
              <a:rPr lang="de-DE" sz="1400">
                <a:latin typeface="Arial" panose="020B0604020202020204" pitchFamily="34" charset="0"/>
                <a:cs typeface="Arial" panose="020B0604020202020204" pitchFamily="34" charset="0"/>
              </a:rPr>
              <a:t>Punkt 1: tbd tbd</a:t>
            </a:r>
          </a:p>
          <a:p>
            <a:pPr>
              <a:buNone/>
            </a:pPr>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1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2</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3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p:txBody>
      </p:sp>
    </p:spTree>
    <p:extLst>
      <p:ext uri="{BB962C8B-B14F-4D97-AF65-F5344CB8AC3E}">
        <p14:creationId xmlns:p14="http://schemas.microsoft.com/office/powerpoint/2010/main" val="21487715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F2159-77DA-D525-89F2-5D4A44D62487}"/>
            </a:ext>
          </a:extLst>
        </p:cNvPr>
        <p:cNvGrpSpPr/>
        <p:nvPr/>
      </p:nvGrpSpPr>
      <p:grpSpPr>
        <a:xfrm>
          <a:off x="0" y="0"/>
          <a:ext cx="0" cy="0"/>
          <a:chOff x="0" y="0"/>
          <a:chExt cx="0" cy="0"/>
        </a:xfrm>
      </p:grpSpPr>
      <p:graphicFrame>
        <p:nvGraphicFramePr>
          <p:cNvPr id="4" name="Tabelle 43">
            <a:extLst>
              <a:ext uri="{FF2B5EF4-FFF2-40B4-BE49-F238E27FC236}">
                <a16:creationId xmlns:a16="http://schemas.microsoft.com/office/drawing/2014/main" id="{C320BB4C-3048-B098-7E21-AF514E4A168D}"/>
              </a:ext>
            </a:extLst>
          </p:cNvPr>
          <p:cNvGraphicFramePr>
            <a:graphicFrameLocks noGrp="1"/>
          </p:cNvGraphicFramePr>
          <p:nvPr/>
        </p:nvGraphicFramePr>
        <p:xfrm>
          <a:off x="0" y="1057816"/>
          <a:ext cx="12191998" cy="33528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741714">
                  <a:extLst>
                    <a:ext uri="{9D8B030D-6E8A-4147-A177-3AD203B41FA5}">
                      <a16:colId xmlns:a16="http://schemas.microsoft.com/office/drawing/2014/main" val="20000"/>
                    </a:ext>
                  </a:extLst>
                </a:gridCol>
                <a:gridCol w="1741714">
                  <a:extLst>
                    <a:ext uri="{9D8B030D-6E8A-4147-A177-3AD203B41FA5}">
                      <a16:colId xmlns:a16="http://schemas.microsoft.com/office/drawing/2014/main" val="20001"/>
                    </a:ext>
                  </a:extLst>
                </a:gridCol>
                <a:gridCol w="1741714">
                  <a:extLst>
                    <a:ext uri="{9D8B030D-6E8A-4147-A177-3AD203B41FA5}">
                      <a16:colId xmlns:a16="http://schemas.microsoft.com/office/drawing/2014/main" val="20002"/>
                    </a:ext>
                  </a:extLst>
                </a:gridCol>
                <a:gridCol w="1741714">
                  <a:extLst>
                    <a:ext uri="{9D8B030D-6E8A-4147-A177-3AD203B41FA5}">
                      <a16:colId xmlns:a16="http://schemas.microsoft.com/office/drawing/2014/main" val="20003"/>
                    </a:ext>
                  </a:extLst>
                </a:gridCol>
                <a:gridCol w="1741714">
                  <a:extLst>
                    <a:ext uri="{9D8B030D-6E8A-4147-A177-3AD203B41FA5}">
                      <a16:colId xmlns:a16="http://schemas.microsoft.com/office/drawing/2014/main" val="20004"/>
                    </a:ext>
                  </a:extLst>
                </a:gridCol>
                <a:gridCol w="1741714">
                  <a:extLst>
                    <a:ext uri="{9D8B030D-6E8A-4147-A177-3AD203B41FA5}">
                      <a16:colId xmlns:a16="http://schemas.microsoft.com/office/drawing/2014/main" val="20005"/>
                    </a:ext>
                  </a:extLst>
                </a:gridCol>
                <a:gridCol w="1741714">
                  <a:extLst>
                    <a:ext uri="{9D8B030D-6E8A-4147-A177-3AD203B41FA5}">
                      <a16:colId xmlns:a16="http://schemas.microsoft.com/office/drawing/2014/main" val="20006"/>
                    </a:ext>
                  </a:extLst>
                </a:gridCol>
              </a:tblGrid>
              <a:tr h="298832">
                <a:tc>
                  <a:txBody>
                    <a:bodyPr/>
                    <a:lstStyle/>
                    <a:p>
                      <a:endParaRPr lang="de-DE" sz="1600">
                        <a:solidFill>
                          <a:schemeClr val="bg1"/>
                        </a:solidFill>
                      </a:endParaRPr>
                    </a:p>
                  </a:txBody>
                  <a:tcPr>
                    <a:solidFill>
                      <a:srgbClr val="438086"/>
                    </a:solidFill>
                  </a:tcPr>
                </a:tc>
                <a:tc>
                  <a:txBody>
                    <a:bodyPr/>
                    <a:lstStyle/>
                    <a:p>
                      <a:endParaRPr lang="de-DE" sz="1600" dirty="0">
                        <a:solidFill>
                          <a:schemeClr val="bg1"/>
                        </a:solidFill>
                      </a:endParaRPr>
                    </a:p>
                  </a:txBody>
                  <a:tcPr>
                    <a:solidFill>
                      <a:srgbClr val="FFC000"/>
                    </a:solidFill>
                  </a:tcPr>
                </a:tc>
                <a:tc>
                  <a:txBody>
                    <a:bodyPr/>
                    <a:lstStyle/>
                    <a:p>
                      <a:endParaRPr lang="de-DE" sz="1600" b="1">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dirty="0">
                        <a:solidFill>
                          <a:schemeClr val="bg1"/>
                        </a:solidFill>
                      </a:endParaRPr>
                    </a:p>
                  </a:txBody>
                  <a:tcPr>
                    <a:solidFill>
                      <a:schemeClr val="bg1"/>
                    </a:solidFill>
                  </a:tcPr>
                </a:tc>
                <a:extLst>
                  <a:ext uri="{0D108BD9-81ED-4DB2-BD59-A6C34878D82A}">
                    <a16:rowId xmlns:a16="http://schemas.microsoft.com/office/drawing/2014/main" val="10000"/>
                  </a:ext>
                </a:extLst>
              </a:tr>
            </a:tbl>
          </a:graphicData>
        </a:graphic>
      </p:graphicFrame>
      <p:sp>
        <p:nvSpPr>
          <p:cNvPr id="19" name="Titel 1">
            <a:extLst>
              <a:ext uri="{FF2B5EF4-FFF2-40B4-BE49-F238E27FC236}">
                <a16:creationId xmlns:a16="http://schemas.microsoft.com/office/drawing/2014/main" id="{6B91B476-1BA2-7F1F-D277-AEB1B8C85645}"/>
              </a:ext>
            </a:extLst>
          </p:cNvPr>
          <p:cNvSpPr>
            <a:spLocks noGrp="1"/>
          </p:cNvSpPr>
          <p:nvPr>
            <p:ph type="title"/>
          </p:nvPr>
        </p:nvSpPr>
        <p:spPr>
          <a:xfrm>
            <a:off x="0" y="476672"/>
            <a:ext cx="12192000" cy="576000"/>
          </a:xfrm>
        </p:spPr>
        <p:txBody>
          <a:bodyPr>
            <a:noAutofit/>
          </a:bodyPr>
          <a:lstStyle/>
          <a:p>
            <a:r>
              <a:rPr kumimoji="0" lang="de-DE" altLang="de-DE" sz="2000" b="1" i="0" u="none" strike="noStrike" cap="none" normalizeH="0" baseline="0">
                <a:ln>
                  <a:noFill/>
                </a:ln>
                <a:solidFill>
                  <a:schemeClr val="tx1"/>
                </a:solidFill>
                <a:effectLst/>
                <a:latin typeface="Arial" panose="020B0604020202020204" pitchFamily="34" charset="0"/>
              </a:rPr>
              <a:t>2️⃣ Data Pipeline - Visuelle Analyse &amp; Beschreibung</a:t>
            </a:r>
            <a:endParaRPr lang="de-DE" sz="2000" b="1" dirty="0">
              <a:latin typeface="Arial" panose="020B0604020202020204" pitchFamily="34" charset="0"/>
              <a:ea typeface="Verdana" panose="020B0604030504040204" pitchFamily="34" charset="0"/>
              <a:cs typeface="Arial" panose="020B0604020202020204" pitchFamily="34" charset="0"/>
            </a:endParaRPr>
          </a:p>
        </p:txBody>
      </p:sp>
      <p:sp>
        <p:nvSpPr>
          <p:cNvPr id="2" name="Textfeld 1">
            <a:extLst>
              <a:ext uri="{FF2B5EF4-FFF2-40B4-BE49-F238E27FC236}">
                <a16:creationId xmlns:a16="http://schemas.microsoft.com/office/drawing/2014/main" id="{F1B592C9-C9F2-0B09-6795-129F5B0F4979}"/>
              </a:ext>
            </a:extLst>
          </p:cNvPr>
          <p:cNvSpPr txBox="1"/>
          <p:nvPr/>
        </p:nvSpPr>
        <p:spPr>
          <a:xfrm>
            <a:off x="407368" y="1628800"/>
            <a:ext cx="6196012" cy="2893100"/>
          </a:xfrm>
          <a:prstGeom prst="rect">
            <a:avLst/>
          </a:prstGeom>
          <a:noFill/>
        </p:spPr>
        <p:txBody>
          <a:bodyPr wrap="square">
            <a:spAutoFit/>
          </a:bodyPr>
          <a:lstStyle/>
          <a:p>
            <a:pPr>
              <a:buNone/>
            </a:pPr>
            <a:r>
              <a:rPr lang="de-DE" sz="1400">
                <a:latin typeface="Arial" panose="020B0604020202020204" pitchFamily="34" charset="0"/>
                <a:cs typeface="Arial" panose="020B0604020202020204" pitchFamily="34" charset="0"/>
              </a:rPr>
              <a:t>Punkt 1: tbd tbd</a:t>
            </a:r>
          </a:p>
          <a:p>
            <a:pPr>
              <a:buNone/>
            </a:pPr>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1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2</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3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p:txBody>
      </p:sp>
    </p:spTree>
    <p:extLst>
      <p:ext uri="{BB962C8B-B14F-4D97-AF65-F5344CB8AC3E}">
        <p14:creationId xmlns:p14="http://schemas.microsoft.com/office/powerpoint/2010/main" val="17852472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CC9B9-EE4E-0ABC-9971-A381CC6ACFBD}"/>
            </a:ext>
          </a:extLst>
        </p:cNvPr>
        <p:cNvGrpSpPr/>
        <p:nvPr/>
      </p:nvGrpSpPr>
      <p:grpSpPr>
        <a:xfrm>
          <a:off x="0" y="0"/>
          <a:ext cx="0" cy="0"/>
          <a:chOff x="0" y="0"/>
          <a:chExt cx="0" cy="0"/>
        </a:xfrm>
      </p:grpSpPr>
      <p:graphicFrame>
        <p:nvGraphicFramePr>
          <p:cNvPr id="4" name="Tabelle 43">
            <a:extLst>
              <a:ext uri="{FF2B5EF4-FFF2-40B4-BE49-F238E27FC236}">
                <a16:creationId xmlns:a16="http://schemas.microsoft.com/office/drawing/2014/main" id="{9AB1E8C8-6A05-EFF7-DA0B-D2325776020E}"/>
              </a:ext>
            </a:extLst>
          </p:cNvPr>
          <p:cNvGraphicFramePr>
            <a:graphicFrameLocks noGrp="1"/>
          </p:cNvGraphicFramePr>
          <p:nvPr/>
        </p:nvGraphicFramePr>
        <p:xfrm>
          <a:off x="0" y="1057816"/>
          <a:ext cx="12191998" cy="33528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741714">
                  <a:extLst>
                    <a:ext uri="{9D8B030D-6E8A-4147-A177-3AD203B41FA5}">
                      <a16:colId xmlns:a16="http://schemas.microsoft.com/office/drawing/2014/main" val="20000"/>
                    </a:ext>
                  </a:extLst>
                </a:gridCol>
                <a:gridCol w="1741714">
                  <a:extLst>
                    <a:ext uri="{9D8B030D-6E8A-4147-A177-3AD203B41FA5}">
                      <a16:colId xmlns:a16="http://schemas.microsoft.com/office/drawing/2014/main" val="20001"/>
                    </a:ext>
                  </a:extLst>
                </a:gridCol>
                <a:gridCol w="1741714">
                  <a:extLst>
                    <a:ext uri="{9D8B030D-6E8A-4147-A177-3AD203B41FA5}">
                      <a16:colId xmlns:a16="http://schemas.microsoft.com/office/drawing/2014/main" val="20002"/>
                    </a:ext>
                  </a:extLst>
                </a:gridCol>
                <a:gridCol w="1741714">
                  <a:extLst>
                    <a:ext uri="{9D8B030D-6E8A-4147-A177-3AD203B41FA5}">
                      <a16:colId xmlns:a16="http://schemas.microsoft.com/office/drawing/2014/main" val="20003"/>
                    </a:ext>
                  </a:extLst>
                </a:gridCol>
                <a:gridCol w="1741714">
                  <a:extLst>
                    <a:ext uri="{9D8B030D-6E8A-4147-A177-3AD203B41FA5}">
                      <a16:colId xmlns:a16="http://schemas.microsoft.com/office/drawing/2014/main" val="20004"/>
                    </a:ext>
                  </a:extLst>
                </a:gridCol>
                <a:gridCol w="1741714">
                  <a:extLst>
                    <a:ext uri="{9D8B030D-6E8A-4147-A177-3AD203B41FA5}">
                      <a16:colId xmlns:a16="http://schemas.microsoft.com/office/drawing/2014/main" val="20005"/>
                    </a:ext>
                  </a:extLst>
                </a:gridCol>
                <a:gridCol w="1741714">
                  <a:extLst>
                    <a:ext uri="{9D8B030D-6E8A-4147-A177-3AD203B41FA5}">
                      <a16:colId xmlns:a16="http://schemas.microsoft.com/office/drawing/2014/main" val="20006"/>
                    </a:ext>
                  </a:extLst>
                </a:gridCol>
              </a:tblGrid>
              <a:tr h="298832">
                <a:tc>
                  <a:txBody>
                    <a:bodyPr/>
                    <a:lstStyle/>
                    <a:p>
                      <a:endParaRPr lang="de-DE" sz="1600">
                        <a:solidFill>
                          <a:schemeClr val="bg1"/>
                        </a:solidFill>
                      </a:endParaRPr>
                    </a:p>
                  </a:txBody>
                  <a:tcPr>
                    <a:solidFill>
                      <a:srgbClr val="438086"/>
                    </a:solidFill>
                  </a:tcPr>
                </a:tc>
                <a:tc>
                  <a:txBody>
                    <a:bodyPr/>
                    <a:lstStyle/>
                    <a:p>
                      <a:endParaRPr lang="de-DE" sz="1600" dirty="0">
                        <a:solidFill>
                          <a:schemeClr val="bg1"/>
                        </a:solidFill>
                      </a:endParaRPr>
                    </a:p>
                  </a:txBody>
                  <a:tcPr>
                    <a:solidFill>
                      <a:srgbClr val="FFC000"/>
                    </a:solidFill>
                  </a:tcPr>
                </a:tc>
                <a:tc>
                  <a:txBody>
                    <a:bodyPr/>
                    <a:lstStyle/>
                    <a:p>
                      <a:endParaRPr lang="de-DE" sz="1600" b="1">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dirty="0">
                        <a:solidFill>
                          <a:schemeClr val="bg1"/>
                        </a:solidFill>
                      </a:endParaRPr>
                    </a:p>
                  </a:txBody>
                  <a:tcPr>
                    <a:solidFill>
                      <a:schemeClr val="bg1"/>
                    </a:solidFill>
                  </a:tcPr>
                </a:tc>
                <a:extLst>
                  <a:ext uri="{0D108BD9-81ED-4DB2-BD59-A6C34878D82A}">
                    <a16:rowId xmlns:a16="http://schemas.microsoft.com/office/drawing/2014/main" val="10000"/>
                  </a:ext>
                </a:extLst>
              </a:tr>
            </a:tbl>
          </a:graphicData>
        </a:graphic>
      </p:graphicFrame>
      <p:sp>
        <p:nvSpPr>
          <p:cNvPr id="19" name="Titel 1">
            <a:extLst>
              <a:ext uri="{FF2B5EF4-FFF2-40B4-BE49-F238E27FC236}">
                <a16:creationId xmlns:a16="http://schemas.microsoft.com/office/drawing/2014/main" id="{EB7ACC83-023C-E888-D134-68F5D6B63B01}"/>
              </a:ext>
            </a:extLst>
          </p:cNvPr>
          <p:cNvSpPr>
            <a:spLocks noGrp="1"/>
          </p:cNvSpPr>
          <p:nvPr>
            <p:ph type="title"/>
          </p:nvPr>
        </p:nvSpPr>
        <p:spPr>
          <a:xfrm>
            <a:off x="0" y="476672"/>
            <a:ext cx="12192000" cy="576000"/>
          </a:xfrm>
        </p:spPr>
        <p:txBody>
          <a:bodyPr>
            <a:noAutofit/>
          </a:bodyPr>
          <a:lstStyle/>
          <a:p>
            <a:r>
              <a:rPr kumimoji="0" lang="de-DE" altLang="de-DE" sz="2000" b="1" i="0" u="none" strike="noStrike" cap="none" normalizeH="0" baseline="0">
                <a:ln>
                  <a:noFill/>
                </a:ln>
                <a:solidFill>
                  <a:schemeClr val="tx1"/>
                </a:solidFill>
                <a:effectLst/>
                <a:latin typeface="Arial" panose="020B0604020202020204" pitchFamily="34" charset="0"/>
              </a:rPr>
              <a:t>2️⃣ Data Pipeline - Ausgabe, Evaluation &amp; Optimierung</a:t>
            </a:r>
            <a:endParaRPr lang="de-DE" sz="2000" b="1" dirty="0">
              <a:latin typeface="Arial" panose="020B0604020202020204" pitchFamily="34" charset="0"/>
              <a:ea typeface="Verdana" panose="020B0604030504040204" pitchFamily="34" charset="0"/>
              <a:cs typeface="Arial" panose="020B0604020202020204" pitchFamily="34" charset="0"/>
            </a:endParaRPr>
          </a:p>
        </p:txBody>
      </p:sp>
      <p:sp>
        <p:nvSpPr>
          <p:cNvPr id="2" name="Textfeld 1">
            <a:extLst>
              <a:ext uri="{FF2B5EF4-FFF2-40B4-BE49-F238E27FC236}">
                <a16:creationId xmlns:a16="http://schemas.microsoft.com/office/drawing/2014/main" id="{388B6155-D366-DDF1-7E97-C2045B625C3A}"/>
              </a:ext>
            </a:extLst>
          </p:cNvPr>
          <p:cNvSpPr txBox="1"/>
          <p:nvPr/>
        </p:nvSpPr>
        <p:spPr>
          <a:xfrm>
            <a:off x="407368" y="1628800"/>
            <a:ext cx="6196012" cy="2893100"/>
          </a:xfrm>
          <a:prstGeom prst="rect">
            <a:avLst/>
          </a:prstGeom>
          <a:noFill/>
        </p:spPr>
        <p:txBody>
          <a:bodyPr wrap="square">
            <a:spAutoFit/>
          </a:bodyPr>
          <a:lstStyle/>
          <a:p>
            <a:pPr>
              <a:buNone/>
            </a:pPr>
            <a:r>
              <a:rPr lang="de-DE" sz="1400">
                <a:latin typeface="Arial" panose="020B0604020202020204" pitchFamily="34" charset="0"/>
                <a:cs typeface="Arial" panose="020B0604020202020204" pitchFamily="34" charset="0"/>
              </a:rPr>
              <a:t>Punkt 1: tbd tbd</a:t>
            </a:r>
          </a:p>
          <a:p>
            <a:pPr>
              <a:buNone/>
            </a:pPr>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1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2</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3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p:txBody>
      </p:sp>
    </p:spTree>
    <p:extLst>
      <p:ext uri="{BB962C8B-B14F-4D97-AF65-F5344CB8AC3E}">
        <p14:creationId xmlns:p14="http://schemas.microsoft.com/office/powerpoint/2010/main" val="16159083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Foliennummernplatzhalter 5"/>
          <p:cNvSpPr>
            <a:spLocks noGrp="1"/>
          </p:cNvSpPr>
          <p:nvPr>
            <p:ph type="sldNum" sz="quarter" idx="12"/>
          </p:nvPr>
        </p:nvSpPr>
        <p:spPr>
          <a:xfrm>
            <a:off x="8832304" y="0"/>
            <a:ext cx="1628432" cy="368032"/>
          </a:xfrm>
        </p:spPr>
        <p:txBody>
          <a:bodyPr/>
          <a:lstStyle/>
          <a:p>
            <a:r>
              <a:rPr lang="de-DE">
                <a:latin typeface="Verdana" panose="020B0604030504040204" pitchFamily="34" charset="0"/>
                <a:ea typeface="Verdana" panose="020B0604030504040204" pitchFamily="34" charset="0"/>
                <a:cs typeface="Verdana" panose="020B0604030504040204" pitchFamily="34" charset="0"/>
              </a:rPr>
              <a:t>Seite </a:t>
            </a:r>
            <a:fld id="{538D1101-B71C-42C1-B823-1158DE9643FE}" type="slidenum">
              <a:rPr lang="de-DE" smtClean="0">
                <a:latin typeface="Verdana" panose="020B0604030504040204" pitchFamily="34" charset="0"/>
                <a:ea typeface="Verdana" panose="020B0604030504040204" pitchFamily="34" charset="0"/>
                <a:cs typeface="Verdana" panose="020B0604030504040204" pitchFamily="34" charset="0"/>
              </a:rPr>
              <a:t>12</a:t>
            </a:fld>
            <a:r>
              <a:rPr lang="de-DE">
                <a:latin typeface="Verdana" panose="020B0604030504040204" pitchFamily="34" charset="0"/>
                <a:ea typeface="Verdana" panose="020B0604030504040204" pitchFamily="34" charset="0"/>
                <a:cs typeface="Verdana" panose="020B0604030504040204" pitchFamily="34" charset="0"/>
              </a:rPr>
              <a:t> </a:t>
            </a:r>
          </a:p>
        </p:txBody>
      </p:sp>
      <p:graphicFrame>
        <p:nvGraphicFramePr>
          <p:cNvPr id="44" name="Tabelle 43"/>
          <p:cNvGraphicFramePr>
            <a:graphicFrameLocks noGrp="1"/>
          </p:cNvGraphicFramePr>
          <p:nvPr>
            <p:extLst>
              <p:ext uri="{D42A27DB-BD31-4B8C-83A1-F6EECF244321}">
                <p14:modId xmlns:p14="http://schemas.microsoft.com/office/powerpoint/2010/main" val="3412236246"/>
              </p:ext>
            </p:extLst>
          </p:nvPr>
        </p:nvGraphicFramePr>
        <p:xfrm>
          <a:off x="0" y="1057816"/>
          <a:ext cx="12191998" cy="33528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741714">
                  <a:extLst>
                    <a:ext uri="{9D8B030D-6E8A-4147-A177-3AD203B41FA5}">
                      <a16:colId xmlns:a16="http://schemas.microsoft.com/office/drawing/2014/main" val="20000"/>
                    </a:ext>
                  </a:extLst>
                </a:gridCol>
                <a:gridCol w="1741714">
                  <a:extLst>
                    <a:ext uri="{9D8B030D-6E8A-4147-A177-3AD203B41FA5}">
                      <a16:colId xmlns:a16="http://schemas.microsoft.com/office/drawing/2014/main" val="20001"/>
                    </a:ext>
                  </a:extLst>
                </a:gridCol>
                <a:gridCol w="1741714">
                  <a:extLst>
                    <a:ext uri="{9D8B030D-6E8A-4147-A177-3AD203B41FA5}">
                      <a16:colId xmlns:a16="http://schemas.microsoft.com/office/drawing/2014/main" val="20002"/>
                    </a:ext>
                  </a:extLst>
                </a:gridCol>
                <a:gridCol w="1741714">
                  <a:extLst>
                    <a:ext uri="{9D8B030D-6E8A-4147-A177-3AD203B41FA5}">
                      <a16:colId xmlns:a16="http://schemas.microsoft.com/office/drawing/2014/main" val="20003"/>
                    </a:ext>
                  </a:extLst>
                </a:gridCol>
                <a:gridCol w="1741714">
                  <a:extLst>
                    <a:ext uri="{9D8B030D-6E8A-4147-A177-3AD203B41FA5}">
                      <a16:colId xmlns:a16="http://schemas.microsoft.com/office/drawing/2014/main" val="20004"/>
                    </a:ext>
                  </a:extLst>
                </a:gridCol>
                <a:gridCol w="1741714">
                  <a:extLst>
                    <a:ext uri="{9D8B030D-6E8A-4147-A177-3AD203B41FA5}">
                      <a16:colId xmlns:a16="http://schemas.microsoft.com/office/drawing/2014/main" val="20005"/>
                    </a:ext>
                  </a:extLst>
                </a:gridCol>
                <a:gridCol w="1741714">
                  <a:extLst>
                    <a:ext uri="{9D8B030D-6E8A-4147-A177-3AD203B41FA5}">
                      <a16:colId xmlns:a16="http://schemas.microsoft.com/office/drawing/2014/main" val="20006"/>
                    </a:ext>
                  </a:extLst>
                </a:gridCol>
              </a:tblGrid>
              <a:tr h="298832">
                <a:tc>
                  <a:txBody>
                    <a:bodyPr/>
                    <a:lstStyle/>
                    <a:p>
                      <a:endParaRPr lang="de-DE" sz="1600" dirty="0">
                        <a:solidFill>
                          <a:schemeClr val="bg1"/>
                        </a:solidFill>
                      </a:endParaRPr>
                    </a:p>
                  </a:txBody>
                  <a:tcPr>
                    <a:solidFill>
                      <a:srgbClr val="438086"/>
                    </a:solidFill>
                  </a:tcPr>
                </a:tc>
                <a:tc>
                  <a:txBody>
                    <a:bodyPr/>
                    <a:lstStyle/>
                    <a:p>
                      <a:endParaRPr lang="de-DE" sz="1600" dirty="0">
                        <a:solidFill>
                          <a:schemeClr val="bg1"/>
                        </a:solidFill>
                      </a:endParaRPr>
                    </a:p>
                  </a:txBody>
                  <a:tcPr>
                    <a:solidFill>
                      <a:srgbClr val="438086"/>
                    </a:solidFill>
                  </a:tcPr>
                </a:tc>
                <a:tc>
                  <a:txBody>
                    <a:bodyPr/>
                    <a:lstStyle/>
                    <a:p>
                      <a:endParaRPr lang="de-DE" sz="1600" b="1" dirty="0">
                        <a:solidFill>
                          <a:schemeClr val="bg1"/>
                        </a:solidFill>
                      </a:endParaRPr>
                    </a:p>
                  </a:txBody>
                  <a:tcPr>
                    <a:solidFill>
                      <a:srgbClr val="FFC000"/>
                    </a:solidFill>
                  </a:tcPr>
                </a:tc>
                <a:tc>
                  <a:txBody>
                    <a:bodyPr/>
                    <a:lstStyle/>
                    <a:p>
                      <a:endParaRPr lang="de-DE" sz="1600" dirty="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dirty="0">
                        <a:solidFill>
                          <a:schemeClr val="bg1"/>
                        </a:solidFill>
                      </a:endParaRPr>
                    </a:p>
                  </a:txBody>
                  <a:tcPr>
                    <a:solidFill>
                      <a:schemeClr val="bg1"/>
                    </a:solidFill>
                  </a:tcPr>
                </a:tc>
                <a:extLst>
                  <a:ext uri="{0D108BD9-81ED-4DB2-BD59-A6C34878D82A}">
                    <a16:rowId xmlns:a16="http://schemas.microsoft.com/office/drawing/2014/main" val="10000"/>
                  </a:ext>
                </a:extLst>
              </a:tr>
            </a:tbl>
          </a:graphicData>
        </a:graphic>
      </p:graphicFrame>
      <p:sp>
        <p:nvSpPr>
          <p:cNvPr id="9" name="Titel 1">
            <a:extLst>
              <a:ext uri="{FF2B5EF4-FFF2-40B4-BE49-F238E27FC236}">
                <a16:creationId xmlns:a16="http://schemas.microsoft.com/office/drawing/2014/main" id="{91CBE2C3-755A-EAB2-FF90-759C22CF37C6}"/>
              </a:ext>
            </a:extLst>
          </p:cNvPr>
          <p:cNvSpPr>
            <a:spLocks noGrp="1"/>
          </p:cNvSpPr>
          <p:nvPr>
            <p:ph type="title"/>
          </p:nvPr>
        </p:nvSpPr>
        <p:spPr>
          <a:xfrm>
            <a:off x="0" y="476672"/>
            <a:ext cx="12192000" cy="576000"/>
          </a:xfrm>
        </p:spPr>
        <p:txBody>
          <a:bodyPr>
            <a:noAutofit/>
          </a:bodyPr>
          <a:lstStyle/>
          <a:p>
            <a:r>
              <a:rPr lang="de-DE" altLang="de-DE" sz="2000" dirty="0">
                <a:latin typeface="Arial" panose="020B0604020202020204" pitchFamily="34" charset="0"/>
                <a:cs typeface="Arial" panose="020B0604020202020204" pitchFamily="34" charset="0"/>
              </a:rPr>
              <a:t>3️⃣ </a:t>
            </a:r>
            <a:r>
              <a:rPr kumimoji="0" lang="de-DE" altLang="de-DE" sz="2000" b="1" i="0" u="none" strike="noStrike" cap="none" normalizeH="0" baseline="0" dirty="0">
                <a:ln>
                  <a:noFill/>
                </a:ln>
                <a:solidFill>
                  <a:schemeClr val="tx1"/>
                </a:solidFill>
                <a:effectLst/>
                <a:latin typeface="Arial" panose="020B0604020202020204" pitchFamily="34" charset="0"/>
              </a:rPr>
              <a:t>Punkt 3</a:t>
            </a:r>
            <a:endParaRPr lang="de-DE" sz="2400" b="1" dirty="0">
              <a:latin typeface="Arial" panose="020B0604020202020204" pitchFamily="34" charset="0"/>
              <a:ea typeface="Verdana" panose="020B0604030504040204" pitchFamily="34" charset="0"/>
              <a:cs typeface="Arial" panose="020B0604020202020204" pitchFamily="34" charset="0"/>
            </a:endParaRPr>
          </a:p>
        </p:txBody>
      </p:sp>
      <p:sp>
        <p:nvSpPr>
          <p:cNvPr id="2" name="Textfeld 1">
            <a:extLst>
              <a:ext uri="{FF2B5EF4-FFF2-40B4-BE49-F238E27FC236}">
                <a16:creationId xmlns:a16="http://schemas.microsoft.com/office/drawing/2014/main" id="{F648057C-98BB-A2AF-FE16-8D06F2216C13}"/>
              </a:ext>
            </a:extLst>
          </p:cNvPr>
          <p:cNvSpPr txBox="1"/>
          <p:nvPr/>
        </p:nvSpPr>
        <p:spPr>
          <a:xfrm>
            <a:off x="407368" y="1628800"/>
            <a:ext cx="6196012" cy="2893100"/>
          </a:xfrm>
          <a:prstGeom prst="rect">
            <a:avLst/>
          </a:prstGeom>
          <a:noFill/>
        </p:spPr>
        <p:txBody>
          <a:bodyPr wrap="square">
            <a:spAutoFit/>
          </a:bodyPr>
          <a:lstStyle/>
          <a:p>
            <a:pPr>
              <a:buNone/>
            </a:pPr>
            <a:r>
              <a:rPr lang="de-DE" sz="1400">
                <a:latin typeface="Arial" panose="020B0604020202020204" pitchFamily="34" charset="0"/>
                <a:cs typeface="Arial" panose="020B0604020202020204" pitchFamily="34" charset="0"/>
              </a:rPr>
              <a:t>Punkt 1: tbd tbd</a:t>
            </a:r>
          </a:p>
          <a:p>
            <a:pPr>
              <a:buNone/>
            </a:pPr>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1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2</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3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p:txBody>
      </p:sp>
    </p:spTree>
    <p:extLst>
      <p:ext uri="{BB962C8B-B14F-4D97-AF65-F5344CB8AC3E}">
        <p14:creationId xmlns:p14="http://schemas.microsoft.com/office/powerpoint/2010/main" val="10680597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Foliennummernplatzhalter 5"/>
          <p:cNvSpPr>
            <a:spLocks noGrp="1"/>
          </p:cNvSpPr>
          <p:nvPr>
            <p:ph type="sldNum" sz="quarter" idx="12"/>
          </p:nvPr>
        </p:nvSpPr>
        <p:spPr>
          <a:xfrm>
            <a:off x="8832304" y="0"/>
            <a:ext cx="1628432" cy="368032"/>
          </a:xfrm>
        </p:spPr>
        <p:txBody>
          <a:bodyPr/>
          <a:lstStyle/>
          <a:p>
            <a:r>
              <a:rPr lang="de-DE">
                <a:latin typeface="Verdana" panose="020B0604030504040204" pitchFamily="34" charset="0"/>
                <a:ea typeface="Verdana" panose="020B0604030504040204" pitchFamily="34" charset="0"/>
                <a:cs typeface="Verdana" panose="020B0604030504040204" pitchFamily="34" charset="0"/>
              </a:rPr>
              <a:t>Seite </a:t>
            </a:r>
            <a:fld id="{538D1101-B71C-42C1-B823-1158DE9643FE}" type="slidenum">
              <a:rPr lang="de-DE" smtClean="0">
                <a:latin typeface="Verdana" panose="020B0604030504040204" pitchFamily="34" charset="0"/>
                <a:ea typeface="Verdana" panose="020B0604030504040204" pitchFamily="34" charset="0"/>
                <a:cs typeface="Verdana" panose="020B0604030504040204" pitchFamily="34" charset="0"/>
              </a:rPr>
              <a:t>13</a:t>
            </a:fld>
            <a:r>
              <a:rPr lang="de-DE">
                <a:latin typeface="Verdana" panose="020B0604030504040204" pitchFamily="34" charset="0"/>
                <a:ea typeface="Verdana" panose="020B0604030504040204" pitchFamily="34" charset="0"/>
                <a:cs typeface="Verdana" panose="020B0604030504040204" pitchFamily="34" charset="0"/>
              </a:rPr>
              <a:t> </a:t>
            </a:r>
          </a:p>
        </p:txBody>
      </p:sp>
      <p:graphicFrame>
        <p:nvGraphicFramePr>
          <p:cNvPr id="44" name="Tabelle 43"/>
          <p:cNvGraphicFramePr>
            <a:graphicFrameLocks noGrp="1"/>
          </p:cNvGraphicFramePr>
          <p:nvPr>
            <p:extLst>
              <p:ext uri="{D42A27DB-BD31-4B8C-83A1-F6EECF244321}">
                <p14:modId xmlns:p14="http://schemas.microsoft.com/office/powerpoint/2010/main" val="3236536304"/>
              </p:ext>
            </p:extLst>
          </p:nvPr>
        </p:nvGraphicFramePr>
        <p:xfrm>
          <a:off x="0" y="1057816"/>
          <a:ext cx="12191998" cy="33528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741714">
                  <a:extLst>
                    <a:ext uri="{9D8B030D-6E8A-4147-A177-3AD203B41FA5}">
                      <a16:colId xmlns:a16="http://schemas.microsoft.com/office/drawing/2014/main" val="20000"/>
                    </a:ext>
                  </a:extLst>
                </a:gridCol>
                <a:gridCol w="1741714">
                  <a:extLst>
                    <a:ext uri="{9D8B030D-6E8A-4147-A177-3AD203B41FA5}">
                      <a16:colId xmlns:a16="http://schemas.microsoft.com/office/drawing/2014/main" val="20001"/>
                    </a:ext>
                  </a:extLst>
                </a:gridCol>
                <a:gridCol w="1741714">
                  <a:extLst>
                    <a:ext uri="{9D8B030D-6E8A-4147-A177-3AD203B41FA5}">
                      <a16:colId xmlns:a16="http://schemas.microsoft.com/office/drawing/2014/main" val="20002"/>
                    </a:ext>
                  </a:extLst>
                </a:gridCol>
                <a:gridCol w="1741714">
                  <a:extLst>
                    <a:ext uri="{9D8B030D-6E8A-4147-A177-3AD203B41FA5}">
                      <a16:colId xmlns:a16="http://schemas.microsoft.com/office/drawing/2014/main" val="20003"/>
                    </a:ext>
                  </a:extLst>
                </a:gridCol>
                <a:gridCol w="1741714">
                  <a:extLst>
                    <a:ext uri="{9D8B030D-6E8A-4147-A177-3AD203B41FA5}">
                      <a16:colId xmlns:a16="http://schemas.microsoft.com/office/drawing/2014/main" val="20004"/>
                    </a:ext>
                  </a:extLst>
                </a:gridCol>
                <a:gridCol w="1741714">
                  <a:extLst>
                    <a:ext uri="{9D8B030D-6E8A-4147-A177-3AD203B41FA5}">
                      <a16:colId xmlns:a16="http://schemas.microsoft.com/office/drawing/2014/main" val="20005"/>
                    </a:ext>
                  </a:extLst>
                </a:gridCol>
                <a:gridCol w="1741714">
                  <a:extLst>
                    <a:ext uri="{9D8B030D-6E8A-4147-A177-3AD203B41FA5}">
                      <a16:colId xmlns:a16="http://schemas.microsoft.com/office/drawing/2014/main" val="20006"/>
                    </a:ext>
                  </a:extLst>
                </a:gridCol>
              </a:tblGrid>
              <a:tr h="298832">
                <a:tc>
                  <a:txBody>
                    <a:bodyPr/>
                    <a:lstStyle/>
                    <a:p>
                      <a:endParaRPr lang="de-DE" sz="1600" dirty="0">
                        <a:solidFill>
                          <a:schemeClr val="bg1"/>
                        </a:solidFill>
                      </a:endParaRPr>
                    </a:p>
                  </a:txBody>
                  <a:tcPr>
                    <a:solidFill>
                      <a:srgbClr val="438086"/>
                    </a:solidFill>
                  </a:tcPr>
                </a:tc>
                <a:tc>
                  <a:txBody>
                    <a:bodyPr/>
                    <a:lstStyle/>
                    <a:p>
                      <a:endParaRPr kumimoji="0" lang="de-DE" sz="1600" b="1" kern="1200">
                        <a:solidFill>
                          <a:schemeClr val="bg1"/>
                        </a:solidFill>
                        <a:latin typeface="+mn-lt"/>
                        <a:ea typeface="+mn-ea"/>
                        <a:cs typeface="+mn-cs"/>
                      </a:endParaRPr>
                    </a:p>
                  </a:txBody>
                  <a:tcPr>
                    <a:solidFill>
                      <a:srgbClr val="438086"/>
                    </a:solidFill>
                  </a:tcPr>
                </a:tc>
                <a:tc>
                  <a:txBody>
                    <a:bodyPr/>
                    <a:lstStyle/>
                    <a:p>
                      <a:endParaRPr lang="de-DE" sz="1600" b="1" dirty="0">
                        <a:solidFill>
                          <a:schemeClr val="bg1"/>
                        </a:solidFill>
                      </a:endParaRPr>
                    </a:p>
                  </a:txBody>
                  <a:tcPr>
                    <a:solidFill>
                      <a:srgbClr val="438086"/>
                    </a:solidFill>
                  </a:tcPr>
                </a:tc>
                <a:tc>
                  <a:txBody>
                    <a:bodyPr/>
                    <a:lstStyle/>
                    <a:p>
                      <a:endParaRPr lang="de-DE" sz="1600" dirty="0">
                        <a:solidFill>
                          <a:schemeClr val="bg1"/>
                        </a:solidFill>
                      </a:endParaRPr>
                    </a:p>
                  </a:txBody>
                  <a:tcPr>
                    <a:solidFill>
                      <a:srgbClr val="FFC000"/>
                    </a:solidFill>
                  </a:tcPr>
                </a:tc>
                <a:tc>
                  <a:txBody>
                    <a:bodyPr/>
                    <a:lstStyle/>
                    <a:p>
                      <a:endParaRPr lang="de-DE" sz="1600" dirty="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dirty="0">
                        <a:solidFill>
                          <a:schemeClr val="bg1"/>
                        </a:solidFill>
                      </a:endParaRPr>
                    </a:p>
                  </a:txBody>
                  <a:tcPr>
                    <a:solidFill>
                      <a:schemeClr val="bg1"/>
                    </a:solidFill>
                  </a:tcPr>
                </a:tc>
                <a:extLst>
                  <a:ext uri="{0D108BD9-81ED-4DB2-BD59-A6C34878D82A}">
                    <a16:rowId xmlns:a16="http://schemas.microsoft.com/office/drawing/2014/main" val="10000"/>
                  </a:ext>
                </a:extLst>
              </a:tr>
            </a:tbl>
          </a:graphicData>
        </a:graphic>
      </p:graphicFrame>
      <p:sp>
        <p:nvSpPr>
          <p:cNvPr id="10" name="Titel 1">
            <a:extLst>
              <a:ext uri="{FF2B5EF4-FFF2-40B4-BE49-F238E27FC236}">
                <a16:creationId xmlns:a16="http://schemas.microsoft.com/office/drawing/2014/main" id="{CC429978-3636-4B4A-B4C7-6C0315F97873}"/>
              </a:ext>
            </a:extLst>
          </p:cNvPr>
          <p:cNvSpPr txBox="1">
            <a:spLocks/>
          </p:cNvSpPr>
          <p:nvPr/>
        </p:nvSpPr>
        <p:spPr>
          <a:xfrm>
            <a:off x="0" y="476672"/>
            <a:ext cx="12191998" cy="576000"/>
          </a:xfrm>
          <a:prstGeom prst="rect">
            <a:avLst/>
          </a:prstGeom>
        </p:spPr>
        <p:txBody>
          <a:bodyPr vert="horz" anchor="ctr">
            <a:noAutofit/>
          </a:bodyPr>
          <a:lstStyle>
            <a:lvl1pPr algn="l" rtl="0" eaLnBrk="1" latinLnBrk="0" hangingPunct="1">
              <a:spcBef>
                <a:spcPct val="0"/>
              </a:spcBef>
              <a:buNone/>
              <a:defRPr kumimoji="0" sz="4000" kern="1200">
                <a:solidFill>
                  <a:schemeClr val="tx2"/>
                </a:solidFill>
                <a:latin typeface="+mj-lt"/>
                <a:ea typeface="+mj-ea"/>
                <a:cs typeface="+mj-cs"/>
              </a:defRPr>
            </a:lvl1pPr>
          </a:lstStyle>
          <a:p>
            <a:r>
              <a:rPr kumimoji="0" lang="de-DE" altLang="de-DE" sz="2000" i="0" u="none" strike="noStrike" cap="none" normalizeH="0" baseline="0">
                <a:ln>
                  <a:noFill/>
                </a:ln>
                <a:solidFill>
                  <a:schemeClr val="tx1"/>
                </a:solidFill>
                <a:effectLst/>
                <a:latin typeface="Arial" panose="020B0604020202020204" pitchFamily="34" charset="0"/>
              </a:rPr>
              <a:t>4️⃣ </a:t>
            </a:r>
            <a:r>
              <a:rPr kumimoji="0" lang="de-DE" altLang="de-DE" sz="2000" b="1" i="0" u="none" strike="noStrike" cap="none" normalizeH="0" baseline="0">
                <a:ln>
                  <a:noFill/>
                </a:ln>
                <a:solidFill>
                  <a:schemeClr val="tx1"/>
                </a:solidFill>
                <a:effectLst/>
                <a:latin typeface="Arial" panose="020B0604020202020204" pitchFamily="34" charset="0"/>
              </a:rPr>
              <a:t>Punkt 4</a:t>
            </a:r>
            <a:endParaRPr lang="de-DE" sz="2000" dirty="0">
              <a:latin typeface="Verdana" panose="020B0604030504040204" pitchFamily="34" charset="0"/>
              <a:ea typeface="Verdana" panose="020B0604030504040204" pitchFamily="34" charset="0"/>
              <a:cs typeface="Verdana" panose="020B0604030504040204" pitchFamily="34" charset="0"/>
            </a:endParaRPr>
          </a:p>
        </p:txBody>
      </p:sp>
      <p:sp>
        <p:nvSpPr>
          <p:cNvPr id="2" name="Textfeld 1">
            <a:extLst>
              <a:ext uri="{FF2B5EF4-FFF2-40B4-BE49-F238E27FC236}">
                <a16:creationId xmlns:a16="http://schemas.microsoft.com/office/drawing/2014/main" id="{9E431BF7-E73B-C3F4-DD72-1668BB7C37AA}"/>
              </a:ext>
            </a:extLst>
          </p:cNvPr>
          <p:cNvSpPr txBox="1"/>
          <p:nvPr/>
        </p:nvSpPr>
        <p:spPr>
          <a:xfrm>
            <a:off x="407368" y="1628800"/>
            <a:ext cx="6196012" cy="2893100"/>
          </a:xfrm>
          <a:prstGeom prst="rect">
            <a:avLst/>
          </a:prstGeom>
          <a:noFill/>
        </p:spPr>
        <p:txBody>
          <a:bodyPr wrap="square">
            <a:spAutoFit/>
          </a:bodyPr>
          <a:lstStyle/>
          <a:p>
            <a:pPr>
              <a:buNone/>
            </a:pPr>
            <a:r>
              <a:rPr lang="de-DE" sz="1400">
                <a:latin typeface="Arial" panose="020B0604020202020204" pitchFamily="34" charset="0"/>
                <a:cs typeface="Arial" panose="020B0604020202020204" pitchFamily="34" charset="0"/>
              </a:rPr>
              <a:t>Punkt 1: tbd tbd</a:t>
            </a:r>
          </a:p>
          <a:p>
            <a:pPr>
              <a:buNone/>
            </a:pPr>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1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2</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3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p:txBody>
      </p:sp>
    </p:spTree>
    <p:extLst>
      <p:ext uri="{BB962C8B-B14F-4D97-AF65-F5344CB8AC3E}">
        <p14:creationId xmlns:p14="http://schemas.microsoft.com/office/powerpoint/2010/main" val="30426592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Foliennummernplatzhalter 5"/>
          <p:cNvSpPr>
            <a:spLocks noGrp="1"/>
          </p:cNvSpPr>
          <p:nvPr>
            <p:ph type="sldNum" sz="quarter" idx="12"/>
          </p:nvPr>
        </p:nvSpPr>
        <p:spPr>
          <a:xfrm>
            <a:off x="8832304" y="0"/>
            <a:ext cx="1628432" cy="368032"/>
          </a:xfrm>
        </p:spPr>
        <p:txBody>
          <a:bodyPr/>
          <a:lstStyle/>
          <a:p>
            <a:r>
              <a:rPr lang="de-DE">
                <a:latin typeface="Verdana" panose="020B0604030504040204" pitchFamily="34" charset="0"/>
                <a:ea typeface="Verdana" panose="020B0604030504040204" pitchFamily="34" charset="0"/>
                <a:cs typeface="Verdana" panose="020B0604030504040204" pitchFamily="34" charset="0"/>
              </a:rPr>
              <a:t>Seite </a:t>
            </a:r>
            <a:fld id="{538D1101-B71C-42C1-B823-1158DE9643FE}" type="slidenum">
              <a:rPr lang="de-DE" smtClean="0">
                <a:latin typeface="Verdana" panose="020B0604030504040204" pitchFamily="34" charset="0"/>
                <a:ea typeface="Verdana" panose="020B0604030504040204" pitchFamily="34" charset="0"/>
                <a:cs typeface="Verdana" panose="020B0604030504040204" pitchFamily="34" charset="0"/>
              </a:rPr>
              <a:t>14</a:t>
            </a:fld>
            <a:r>
              <a:rPr lang="de-DE">
                <a:latin typeface="Verdana" panose="020B0604030504040204" pitchFamily="34" charset="0"/>
                <a:ea typeface="Verdana" panose="020B0604030504040204" pitchFamily="34" charset="0"/>
                <a:cs typeface="Verdana" panose="020B0604030504040204" pitchFamily="34" charset="0"/>
              </a:rPr>
              <a:t> </a:t>
            </a:r>
          </a:p>
        </p:txBody>
      </p:sp>
      <p:graphicFrame>
        <p:nvGraphicFramePr>
          <p:cNvPr id="44" name="Tabelle 43"/>
          <p:cNvGraphicFramePr>
            <a:graphicFrameLocks noGrp="1"/>
          </p:cNvGraphicFramePr>
          <p:nvPr>
            <p:extLst>
              <p:ext uri="{D42A27DB-BD31-4B8C-83A1-F6EECF244321}">
                <p14:modId xmlns:p14="http://schemas.microsoft.com/office/powerpoint/2010/main" val="3219621214"/>
              </p:ext>
            </p:extLst>
          </p:nvPr>
        </p:nvGraphicFramePr>
        <p:xfrm>
          <a:off x="0" y="1057816"/>
          <a:ext cx="12191998" cy="33528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741714">
                  <a:extLst>
                    <a:ext uri="{9D8B030D-6E8A-4147-A177-3AD203B41FA5}">
                      <a16:colId xmlns:a16="http://schemas.microsoft.com/office/drawing/2014/main" val="20000"/>
                    </a:ext>
                  </a:extLst>
                </a:gridCol>
                <a:gridCol w="1741714">
                  <a:extLst>
                    <a:ext uri="{9D8B030D-6E8A-4147-A177-3AD203B41FA5}">
                      <a16:colId xmlns:a16="http://schemas.microsoft.com/office/drawing/2014/main" val="20001"/>
                    </a:ext>
                  </a:extLst>
                </a:gridCol>
                <a:gridCol w="1741714">
                  <a:extLst>
                    <a:ext uri="{9D8B030D-6E8A-4147-A177-3AD203B41FA5}">
                      <a16:colId xmlns:a16="http://schemas.microsoft.com/office/drawing/2014/main" val="20002"/>
                    </a:ext>
                  </a:extLst>
                </a:gridCol>
                <a:gridCol w="1741714">
                  <a:extLst>
                    <a:ext uri="{9D8B030D-6E8A-4147-A177-3AD203B41FA5}">
                      <a16:colId xmlns:a16="http://schemas.microsoft.com/office/drawing/2014/main" val="20003"/>
                    </a:ext>
                  </a:extLst>
                </a:gridCol>
                <a:gridCol w="1741714">
                  <a:extLst>
                    <a:ext uri="{9D8B030D-6E8A-4147-A177-3AD203B41FA5}">
                      <a16:colId xmlns:a16="http://schemas.microsoft.com/office/drawing/2014/main" val="20004"/>
                    </a:ext>
                  </a:extLst>
                </a:gridCol>
                <a:gridCol w="1741714">
                  <a:extLst>
                    <a:ext uri="{9D8B030D-6E8A-4147-A177-3AD203B41FA5}">
                      <a16:colId xmlns:a16="http://schemas.microsoft.com/office/drawing/2014/main" val="20005"/>
                    </a:ext>
                  </a:extLst>
                </a:gridCol>
                <a:gridCol w="1741714">
                  <a:extLst>
                    <a:ext uri="{9D8B030D-6E8A-4147-A177-3AD203B41FA5}">
                      <a16:colId xmlns:a16="http://schemas.microsoft.com/office/drawing/2014/main" val="20006"/>
                    </a:ext>
                  </a:extLst>
                </a:gridCol>
              </a:tblGrid>
              <a:tr h="298832">
                <a:tc>
                  <a:txBody>
                    <a:bodyPr/>
                    <a:lstStyle/>
                    <a:p>
                      <a:endParaRPr lang="de-DE" sz="1600" dirty="0">
                        <a:solidFill>
                          <a:schemeClr val="bg1"/>
                        </a:solidFill>
                      </a:endParaRPr>
                    </a:p>
                  </a:txBody>
                  <a:tcPr>
                    <a:solidFill>
                      <a:srgbClr val="438086"/>
                    </a:solidFill>
                  </a:tcPr>
                </a:tc>
                <a:tc>
                  <a:txBody>
                    <a:bodyPr/>
                    <a:lstStyle/>
                    <a:p>
                      <a:endParaRPr kumimoji="0" lang="de-DE" sz="1600" b="1" kern="1200">
                        <a:solidFill>
                          <a:schemeClr val="bg1"/>
                        </a:solidFill>
                        <a:latin typeface="+mn-lt"/>
                        <a:ea typeface="+mn-ea"/>
                        <a:cs typeface="+mn-cs"/>
                      </a:endParaRPr>
                    </a:p>
                  </a:txBody>
                  <a:tcPr>
                    <a:solidFill>
                      <a:srgbClr val="438086"/>
                    </a:solidFill>
                  </a:tcPr>
                </a:tc>
                <a:tc>
                  <a:txBody>
                    <a:bodyPr/>
                    <a:lstStyle/>
                    <a:p>
                      <a:endParaRPr lang="de-DE" sz="1600" b="1" dirty="0">
                        <a:solidFill>
                          <a:schemeClr val="bg1"/>
                        </a:solidFill>
                      </a:endParaRPr>
                    </a:p>
                  </a:txBody>
                  <a:tcPr>
                    <a:solidFill>
                      <a:srgbClr val="438086"/>
                    </a:solidFill>
                  </a:tcPr>
                </a:tc>
                <a:tc>
                  <a:txBody>
                    <a:bodyPr/>
                    <a:lstStyle/>
                    <a:p>
                      <a:endParaRPr lang="de-DE" sz="1600" dirty="0">
                        <a:solidFill>
                          <a:schemeClr val="bg1"/>
                        </a:solidFill>
                      </a:endParaRPr>
                    </a:p>
                  </a:txBody>
                  <a:tcPr>
                    <a:solidFill>
                      <a:srgbClr val="438086"/>
                    </a:solidFill>
                  </a:tcPr>
                </a:tc>
                <a:tc>
                  <a:txBody>
                    <a:bodyPr/>
                    <a:lstStyle/>
                    <a:p>
                      <a:endParaRPr lang="de-DE" sz="1600" dirty="0">
                        <a:solidFill>
                          <a:schemeClr val="bg1"/>
                        </a:solidFill>
                      </a:endParaRPr>
                    </a:p>
                  </a:txBody>
                  <a:tcPr>
                    <a:solidFill>
                      <a:srgbClr val="FFC000"/>
                    </a:solidFill>
                  </a:tcPr>
                </a:tc>
                <a:tc>
                  <a:txBody>
                    <a:bodyPr/>
                    <a:lstStyle/>
                    <a:p>
                      <a:endParaRPr lang="de-DE" sz="1600">
                        <a:solidFill>
                          <a:schemeClr val="bg1"/>
                        </a:solidFill>
                      </a:endParaRPr>
                    </a:p>
                  </a:txBody>
                  <a:tcPr>
                    <a:solidFill>
                      <a:schemeClr val="bg1"/>
                    </a:solidFill>
                  </a:tcPr>
                </a:tc>
                <a:tc>
                  <a:txBody>
                    <a:bodyPr/>
                    <a:lstStyle/>
                    <a:p>
                      <a:endParaRPr lang="de-DE" sz="1600" dirty="0">
                        <a:solidFill>
                          <a:schemeClr val="bg1"/>
                        </a:solidFill>
                      </a:endParaRPr>
                    </a:p>
                  </a:txBody>
                  <a:tcPr>
                    <a:solidFill>
                      <a:schemeClr val="bg1"/>
                    </a:solidFill>
                  </a:tcPr>
                </a:tc>
                <a:extLst>
                  <a:ext uri="{0D108BD9-81ED-4DB2-BD59-A6C34878D82A}">
                    <a16:rowId xmlns:a16="http://schemas.microsoft.com/office/drawing/2014/main" val="10000"/>
                  </a:ext>
                </a:extLst>
              </a:tr>
            </a:tbl>
          </a:graphicData>
        </a:graphic>
      </p:graphicFrame>
      <p:sp>
        <p:nvSpPr>
          <p:cNvPr id="10" name="Titel 1">
            <a:extLst>
              <a:ext uri="{FF2B5EF4-FFF2-40B4-BE49-F238E27FC236}">
                <a16:creationId xmlns:a16="http://schemas.microsoft.com/office/drawing/2014/main" id="{CC429978-3636-4B4A-B4C7-6C0315F97873}"/>
              </a:ext>
            </a:extLst>
          </p:cNvPr>
          <p:cNvSpPr txBox="1">
            <a:spLocks/>
          </p:cNvSpPr>
          <p:nvPr/>
        </p:nvSpPr>
        <p:spPr>
          <a:xfrm>
            <a:off x="0" y="476672"/>
            <a:ext cx="12191998" cy="576000"/>
          </a:xfrm>
          <a:prstGeom prst="rect">
            <a:avLst/>
          </a:prstGeom>
        </p:spPr>
        <p:txBody>
          <a:bodyPr vert="horz" anchor="ctr">
            <a:no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buNone/>
            </a:pPr>
            <a:r>
              <a:rPr lang="de-DE" sz="2000">
                <a:latin typeface="Arial" panose="020B0604020202020204" pitchFamily="34" charset="0"/>
                <a:cs typeface="Arial" panose="020B0604020202020204" pitchFamily="34" charset="0"/>
              </a:rPr>
              <a:t>5️⃣ </a:t>
            </a:r>
            <a:r>
              <a:rPr kumimoji="0" lang="de-DE" altLang="de-DE" sz="2000" b="1" i="0" u="none" strike="noStrike" cap="none" normalizeH="0" baseline="0">
                <a:ln>
                  <a:noFill/>
                </a:ln>
                <a:solidFill>
                  <a:schemeClr val="tx1"/>
                </a:solidFill>
                <a:effectLst/>
                <a:latin typeface="Arial" panose="020B0604020202020204" pitchFamily="34" charset="0"/>
              </a:rPr>
              <a:t>Punkt 5</a:t>
            </a:r>
            <a:endParaRPr lang="de-DE" sz="2000" b="1">
              <a:latin typeface="Arial" panose="020B0604020202020204" pitchFamily="34" charset="0"/>
              <a:cs typeface="Arial" panose="020B0604020202020204" pitchFamily="34" charset="0"/>
            </a:endParaRPr>
          </a:p>
        </p:txBody>
      </p:sp>
      <p:sp>
        <p:nvSpPr>
          <p:cNvPr id="2" name="Textfeld 1">
            <a:extLst>
              <a:ext uri="{FF2B5EF4-FFF2-40B4-BE49-F238E27FC236}">
                <a16:creationId xmlns:a16="http://schemas.microsoft.com/office/drawing/2014/main" id="{7599820A-AD65-BBB1-AB31-2372787A9443}"/>
              </a:ext>
            </a:extLst>
          </p:cNvPr>
          <p:cNvSpPr txBox="1"/>
          <p:nvPr/>
        </p:nvSpPr>
        <p:spPr>
          <a:xfrm>
            <a:off x="407368" y="1628800"/>
            <a:ext cx="6196012" cy="2893100"/>
          </a:xfrm>
          <a:prstGeom prst="rect">
            <a:avLst/>
          </a:prstGeom>
          <a:noFill/>
        </p:spPr>
        <p:txBody>
          <a:bodyPr wrap="square">
            <a:spAutoFit/>
          </a:bodyPr>
          <a:lstStyle/>
          <a:p>
            <a:pPr>
              <a:buNone/>
            </a:pPr>
            <a:r>
              <a:rPr lang="de-DE" sz="1400">
                <a:latin typeface="Arial" panose="020B0604020202020204" pitchFamily="34" charset="0"/>
                <a:cs typeface="Arial" panose="020B0604020202020204" pitchFamily="34" charset="0"/>
              </a:rPr>
              <a:t>Punkt 1: tbd tbd</a:t>
            </a:r>
          </a:p>
          <a:p>
            <a:pPr>
              <a:buNone/>
            </a:pPr>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1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2</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3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p:txBody>
      </p:sp>
    </p:spTree>
    <p:extLst>
      <p:ext uri="{BB962C8B-B14F-4D97-AF65-F5344CB8AC3E}">
        <p14:creationId xmlns:p14="http://schemas.microsoft.com/office/powerpoint/2010/main" val="27774355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nummernplatzhalter 5"/>
          <p:cNvSpPr>
            <a:spLocks noGrp="1"/>
          </p:cNvSpPr>
          <p:nvPr>
            <p:ph type="sldNum" sz="quarter" idx="12"/>
          </p:nvPr>
        </p:nvSpPr>
        <p:spPr>
          <a:xfrm>
            <a:off x="8688288" y="0"/>
            <a:ext cx="1772448" cy="368032"/>
          </a:xfrm>
        </p:spPr>
        <p:txBody>
          <a:bodyPr/>
          <a:lstStyle/>
          <a:p>
            <a:r>
              <a:rPr lang="de-DE">
                <a:latin typeface="Verdana" panose="020B0604030504040204" pitchFamily="34" charset="0"/>
                <a:ea typeface="Verdana" panose="020B0604030504040204" pitchFamily="34" charset="0"/>
                <a:cs typeface="Verdana" panose="020B0604030504040204" pitchFamily="34" charset="0"/>
              </a:rPr>
              <a:t>Seite </a:t>
            </a:r>
            <a:fld id="{538D1101-B71C-42C1-B823-1158DE9643FE}" type="slidenum">
              <a:rPr lang="de-DE" smtClean="0">
                <a:latin typeface="Verdana" panose="020B0604030504040204" pitchFamily="34" charset="0"/>
                <a:ea typeface="Verdana" panose="020B0604030504040204" pitchFamily="34" charset="0"/>
                <a:cs typeface="Verdana" panose="020B0604030504040204" pitchFamily="34" charset="0"/>
              </a:rPr>
              <a:t>15</a:t>
            </a:fld>
            <a:endParaRPr lang="de-DE">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8" name="Tabelle 7"/>
          <p:cNvGraphicFramePr>
            <a:graphicFrameLocks noGrp="1"/>
          </p:cNvGraphicFramePr>
          <p:nvPr>
            <p:extLst>
              <p:ext uri="{D42A27DB-BD31-4B8C-83A1-F6EECF244321}">
                <p14:modId xmlns:p14="http://schemas.microsoft.com/office/powerpoint/2010/main" val="461619535"/>
              </p:ext>
            </p:extLst>
          </p:nvPr>
        </p:nvGraphicFramePr>
        <p:xfrm>
          <a:off x="0" y="1057816"/>
          <a:ext cx="12191998" cy="33528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741714">
                  <a:extLst>
                    <a:ext uri="{9D8B030D-6E8A-4147-A177-3AD203B41FA5}">
                      <a16:colId xmlns:a16="http://schemas.microsoft.com/office/drawing/2014/main" val="20000"/>
                    </a:ext>
                  </a:extLst>
                </a:gridCol>
                <a:gridCol w="1741714">
                  <a:extLst>
                    <a:ext uri="{9D8B030D-6E8A-4147-A177-3AD203B41FA5}">
                      <a16:colId xmlns:a16="http://schemas.microsoft.com/office/drawing/2014/main" val="20001"/>
                    </a:ext>
                  </a:extLst>
                </a:gridCol>
                <a:gridCol w="1741714">
                  <a:extLst>
                    <a:ext uri="{9D8B030D-6E8A-4147-A177-3AD203B41FA5}">
                      <a16:colId xmlns:a16="http://schemas.microsoft.com/office/drawing/2014/main" val="20002"/>
                    </a:ext>
                  </a:extLst>
                </a:gridCol>
                <a:gridCol w="1741714">
                  <a:extLst>
                    <a:ext uri="{9D8B030D-6E8A-4147-A177-3AD203B41FA5}">
                      <a16:colId xmlns:a16="http://schemas.microsoft.com/office/drawing/2014/main" val="20003"/>
                    </a:ext>
                  </a:extLst>
                </a:gridCol>
                <a:gridCol w="1741714">
                  <a:extLst>
                    <a:ext uri="{9D8B030D-6E8A-4147-A177-3AD203B41FA5}">
                      <a16:colId xmlns:a16="http://schemas.microsoft.com/office/drawing/2014/main" val="20004"/>
                    </a:ext>
                  </a:extLst>
                </a:gridCol>
                <a:gridCol w="1741714">
                  <a:extLst>
                    <a:ext uri="{9D8B030D-6E8A-4147-A177-3AD203B41FA5}">
                      <a16:colId xmlns:a16="http://schemas.microsoft.com/office/drawing/2014/main" val="20005"/>
                    </a:ext>
                  </a:extLst>
                </a:gridCol>
                <a:gridCol w="1741714">
                  <a:extLst>
                    <a:ext uri="{9D8B030D-6E8A-4147-A177-3AD203B41FA5}">
                      <a16:colId xmlns:a16="http://schemas.microsoft.com/office/drawing/2014/main" val="20006"/>
                    </a:ext>
                  </a:extLst>
                </a:gridCol>
              </a:tblGrid>
              <a:tr h="298832">
                <a:tc>
                  <a:txBody>
                    <a:bodyPr/>
                    <a:lstStyle/>
                    <a:p>
                      <a:endParaRPr lang="de-DE" sz="1600" dirty="0">
                        <a:solidFill>
                          <a:schemeClr val="bg1"/>
                        </a:solidFill>
                      </a:endParaRPr>
                    </a:p>
                  </a:txBody>
                  <a:tcPr>
                    <a:solidFill>
                      <a:srgbClr val="438086"/>
                    </a:solidFill>
                  </a:tcPr>
                </a:tc>
                <a:tc>
                  <a:txBody>
                    <a:bodyPr/>
                    <a:lstStyle/>
                    <a:p>
                      <a:endParaRPr lang="de-DE" sz="1600">
                        <a:solidFill>
                          <a:schemeClr val="bg1"/>
                        </a:solidFill>
                      </a:endParaRPr>
                    </a:p>
                  </a:txBody>
                  <a:tcPr>
                    <a:solidFill>
                      <a:srgbClr val="438086"/>
                    </a:solidFill>
                  </a:tcPr>
                </a:tc>
                <a:tc>
                  <a:txBody>
                    <a:bodyPr/>
                    <a:lstStyle/>
                    <a:p>
                      <a:endParaRPr lang="de-DE" sz="1600">
                        <a:solidFill>
                          <a:schemeClr val="bg1"/>
                        </a:solidFill>
                      </a:endParaRPr>
                    </a:p>
                  </a:txBody>
                  <a:tcPr>
                    <a:solidFill>
                      <a:srgbClr val="438086"/>
                    </a:solidFill>
                  </a:tcPr>
                </a:tc>
                <a:tc>
                  <a:txBody>
                    <a:bodyPr/>
                    <a:lstStyle/>
                    <a:p>
                      <a:endParaRPr lang="de-DE" sz="1600">
                        <a:solidFill>
                          <a:schemeClr val="bg1"/>
                        </a:solidFill>
                      </a:endParaRPr>
                    </a:p>
                  </a:txBody>
                  <a:tcPr>
                    <a:solidFill>
                      <a:srgbClr val="438086"/>
                    </a:solidFill>
                  </a:tcPr>
                </a:tc>
                <a:tc>
                  <a:txBody>
                    <a:bodyPr/>
                    <a:lstStyle/>
                    <a:p>
                      <a:endParaRPr lang="de-DE" sz="1600">
                        <a:solidFill>
                          <a:schemeClr val="bg1"/>
                        </a:solidFill>
                      </a:endParaRPr>
                    </a:p>
                  </a:txBody>
                  <a:tcPr>
                    <a:solidFill>
                      <a:srgbClr val="438086"/>
                    </a:solidFill>
                  </a:tcPr>
                </a:tc>
                <a:tc>
                  <a:txBody>
                    <a:bodyPr/>
                    <a:lstStyle/>
                    <a:p>
                      <a:endParaRPr lang="de-DE" sz="1600">
                        <a:solidFill>
                          <a:schemeClr val="bg1"/>
                        </a:solidFill>
                      </a:endParaRPr>
                    </a:p>
                  </a:txBody>
                  <a:tcPr>
                    <a:solidFill>
                      <a:srgbClr val="FFC000"/>
                    </a:solidFill>
                  </a:tcPr>
                </a:tc>
                <a:tc>
                  <a:txBody>
                    <a:bodyPr/>
                    <a:lstStyle/>
                    <a:p>
                      <a:endParaRPr lang="de-DE" sz="1600" dirty="0">
                        <a:solidFill>
                          <a:schemeClr val="bg1"/>
                        </a:solidFill>
                      </a:endParaRPr>
                    </a:p>
                  </a:txBody>
                  <a:tcPr>
                    <a:solidFill>
                      <a:schemeClr val="bg1"/>
                    </a:solidFill>
                  </a:tcPr>
                </a:tc>
                <a:extLst>
                  <a:ext uri="{0D108BD9-81ED-4DB2-BD59-A6C34878D82A}">
                    <a16:rowId xmlns:a16="http://schemas.microsoft.com/office/drawing/2014/main" val="10000"/>
                  </a:ext>
                </a:extLst>
              </a:tr>
            </a:tbl>
          </a:graphicData>
        </a:graphic>
      </p:graphicFrame>
      <p:sp>
        <p:nvSpPr>
          <p:cNvPr id="10" name="Titel 1">
            <a:extLst>
              <a:ext uri="{FF2B5EF4-FFF2-40B4-BE49-F238E27FC236}">
                <a16:creationId xmlns:a16="http://schemas.microsoft.com/office/drawing/2014/main" id="{AD18ADAA-B318-9D41-A82D-BC6358346B90}"/>
              </a:ext>
            </a:extLst>
          </p:cNvPr>
          <p:cNvSpPr txBox="1">
            <a:spLocks/>
          </p:cNvSpPr>
          <p:nvPr/>
        </p:nvSpPr>
        <p:spPr>
          <a:xfrm>
            <a:off x="0" y="476672"/>
            <a:ext cx="12191998" cy="576000"/>
          </a:xfrm>
          <a:prstGeom prst="rect">
            <a:avLst/>
          </a:prstGeom>
        </p:spPr>
        <p:txBody>
          <a:bodyPr vert="horz" anchor="ctr">
            <a:no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buNone/>
            </a:pPr>
            <a:r>
              <a:rPr lang="de-DE" sz="2000">
                <a:latin typeface="Arial" panose="020B0604020202020204" pitchFamily="34" charset="0"/>
                <a:cs typeface="Arial" panose="020B0604020202020204" pitchFamily="34" charset="0"/>
              </a:rPr>
              <a:t>6️⃣ </a:t>
            </a:r>
            <a:r>
              <a:rPr kumimoji="0" lang="de-DE" altLang="de-DE" sz="2000" b="1" i="0" u="none" strike="noStrike" cap="none" normalizeH="0" baseline="0">
                <a:ln>
                  <a:noFill/>
                </a:ln>
                <a:solidFill>
                  <a:schemeClr val="tx1"/>
                </a:solidFill>
                <a:effectLst/>
                <a:latin typeface="Arial" panose="020B0604020202020204" pitchFamily="34" charset="0"/>
              </a:rPr>
              <a:t>Punkt 6</a:t>
            </a:r>
            <a:endParaRPr lang="de-DE" sz="2000" b="1">
              <a:latin typeface="Arial" panose="020B0604020202020204" pitchFamily="34" charset="0"/>
              <a:cs typeface="Arial" panose="020B0604020202020204" pitchFamily="34" charset="0"/>
            </a:endParaRPr>
          </a:p>
        </p:txBody>
      </p:sp>
      <p:sp>
        <p:nvSpPr>
          <p:cNvPr id="2" name="Textfeld 1">
            <a:extLst>
              <a:ext uri="{FF2B5EF4-FFF2-40B4-BE49-F238E27FC236}">
                <a16:creationId xmlns:a16="http://schemas.microsoft.com/office/drawing/2014/main" id="{010B89CF-0B5E-B430-BD36-EB4867F7A460}"/>
              </a:ext>
            </a:extLst>
          </p:cNvPr>
          <p:cNvSpPr txBox="1"/>
          <p:nvPr/>
        </p:nvSpPr>
        <p:spPr>
          <a:xfrm>
            <a:off x="407368" y="1628800"/>
            <a:ext cx="6196012" cy="2893100"/>
          </a:xfrm>
          <a:prstGeom prst="rect">
            <a:avLst/>
          </a:prstGeom>
          <a:noFill/>
        </p:spPr>
        <p:txBody>
          <a:bodyPr wrap="square">
            <a:spAutoFit/>
          </a:bodyPr>
          <a:lstStyle/>
          <a:p>
            <a:pPr>
              <a:buNone/>
            </a:pPr>
            <a:r>
              <a:rPr lang="de-DE" sz="1400">
                <a:latin typeface="Arial" panose="020B0604020202020204" pitchFamily="34" charset="0"/>
                <a:cs typeface="Arial" panose="020B0604020202020204" pitchFamily="34" charset="0"/>
              </a:rPr>
              <a:t>Punkt 1: tbd tbd</a:t>
            </a:r>
          </a:p>
          <a:p>
            <a:pPr>
              <a:buNone/>
            </a:pPr>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1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2</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3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p:txBody>
      </p:sp>
    </p:spTree>
    <p:extLst>
      <p:ext uri="{BB962C8B-B14F-4D97-AF65-F5344CB8AC3E}">
        <p14:creationId xmlns:p14="http://schemas.microsoft.com/office/powerpoint/2010/main" val="239731835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Rhea">
  <a:themeElements>
    <a:clrScheme name="Rhea">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Rhea">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Rhea">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0</TotalTime>
  <Words>1003</Words>
  <Application>Microsoft Office PowerPoint</Application>
  <PresentationFormat>Breitbild</PresentationFormat>
  <Paragraphs>250</Paragraphs>
  <Slides>15</Slides>
  <Notes>9</Notes>
  <HiddenSlides>0</HiddenSlides>
  <MMClips>0</MMClips>
  <ScaleCrop>false</ScaleCrop>
  <HeadingPairs>
    <vt:vector size="6" baseType="variant">
      <vt:variant>
        <vt:lpstr>Verwendete Schriftarten</vt:lpstr>
      </vt:variant>
      <vt:variant>
        <vt:i4>7</vt:i4>
      </vt:variant>
      <vt:variant>
        <vt:lpstr>Design</vt:lpstr>
      </vt:variant>
      <vt:variant>
        <vt:i4>1</vt:i4>
      </vt:variant>
      <vt:variant>
        <vt:lpstr>Folientitel</vt:lpstr>
      </vt:variant>
      <vt:variant>
        <vt:i4>15</vt:i4>
      </vt:variant>
    </vt:vector>
  </HeadingPairs>
  <TitlesOfParts>
    <vt:vector size="23" baseType="lpstr">
      <vt:lpstr>Arial</vt:lpstr>
      <vt:lpstr>Calibri</vt:lpstr>
      <vt:lpstr>Georgia</vt:lpstr>
      <vt:lpstr>Trebuchet MS</vt:lpstr>
      <vt:lpstr>Verdana</vt:lpstr>
      <vt:lpstr>Wingdings</vt:lpstr>
      <vt:lpstr>Wingdings 2</vt:lpstr>
      <vt:lpstr>Rhea</vt:lpstr>
      <vt:lpstr>Aufgabenabgrenzung (zu entfernen)</vt:lpstr>
      <vt:lpstr>PowerPoint-Präsentation</vt:lpstr>
      <vt:lpstr>PowerPoint-Präsentation</vt:lpstr>
      <vt:lpstr>1️⃣ Ausgangslage - Mediennutzung und Barrierefreiheit</vt:lpstr>
      <vt:lpstr>1️⃣ Ausgangslage - Stand der Wissenschaft und technologischer Fortschritt​</vt:lpstr>
      <vt:lpstr>2️⃣ Vertex AI (Vision) – Google Cloud Analyse von Daten, Bildern und Videos mit Gemini</vt:lpstr>
      <vt:lpstr>2️⃣ Vertex AI – Google Cloud Analyse von Daten, Bildern und Videos mit Gemini</vt:lpstr>
      <vt:lpstr>2️⃣ OpenCV &amp; OpenSource – Tesseract – YOLO – CascadeClassifier (Ges.erk.)</vt:lpstr>
      <vt:lpstr>2️⃣ Data Pipeline - Eingabe &amp; Vorverarbeitung</vt:lpstr>
      <vt:lpstr>2️⃣ Data Pipeline - Visuelle Analyse &amp; Beschreibung</vt:lpstr>
      <vt:lpstr>2️⃣ Data Pipeline - Ausgabe, Evaluation &amp; Optimierung</vt:lpstr>
      <vt:lpstr>3️⃣ Punkt 3</vt:lpstr>
      <vt:lpstr>PowerPoint-Präsentation</vt:lpstr>
      <vt:lpstr>PowerPoint-Präsentation</vt:lpstr>
      <vt:lpstr>PowerPoint-Präsentation</vt:lpstr>
    </vt:vector>
  </TitlesOfParts>
  <Company>Elster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Balczukat, Phil</dc:creator>
  <cp:lastModifiedBy>Claus-Peter Koch</cp:lastModifiedBy>
  <cp:revision>443</cp:revision>
  <dcterms:created xsi:type="dcterms:W3CDTF">2012-01-31T07:49:28Z</dcterms:created>
  <dcterms:modified xsi:type="dcterms:W3CDTF">2025-04-27T06:38:20Z</dcterms:modified>
</cp:coreProperties>
</file>
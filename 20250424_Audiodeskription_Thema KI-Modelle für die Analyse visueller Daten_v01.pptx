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0"/>
  </p:notesMasterIdLst>
  <p:sldIdLst>
    <p:sldId id="256" r:id="rId2"/>
    <p:sldId id="287" r:id="rId3"/>
    <p:sldId id="266" r:id="rId4"/>
    <p:sldId id="283" r:id="rId5"/>
    <p:sldId id="275" r:id="rId6"/>
    <p:sldId id="271" r:id="rId7"/>
    <p:sldId id="285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157" autoAdjust="0"/>
    <p:restoredTop sz="96604" autoAdjust="0"/>
  </p:normalViewPr>
  <p:slideViewPr>
    <p:cSldViewPr>
      <p:cViewPr>
        <p:scale>
          <a:sx n="100" d="100"/>
          <a:sy n="100" d="100"/>
        </p:scale>
        <p:origin x="84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78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69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16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24.04.2025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24.04.2025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24.04.2025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KI-Modelle für die Analyse visueller Daten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Mustermann, Max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Musterfrau, Mona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65149"/>
            <a:ext cx="16530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Agenda Punkt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Agenda Punkt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112" y="1865149"/>
            <a:ext cx="164660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​4️⃣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5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6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Punkt1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47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45B671B-5453-8EA0-AE15-7AA87175B5C7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715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Punkt 2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36246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3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648057C-98BB-A2AF-FE16-8D06F2216C1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3630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de-DE" altLang="de-DE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4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E431BF7-E73B-C3F4-DD72-1668BB7C37AA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04265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2121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5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99820A-AD65-BBB1-AB31-2372787A944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7774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88288" y="0"/>
            <a:ext cx="1772448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535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AD18ADAA-B318-9D41-A82D-BC6358346B90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6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10B89CF-0B5E-B430-BD36-EB4867F7A460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397318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201</Words>
  <Application>Microsoft Office PowerPoint</Application>
  <PresentationFormat>Breitbild</PresentationFormat>
  <Paragraphs>145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Punkt1</vt:lpstr>
      <vt:lpstr>2️⃣ Punkt 2</vt:lpstr>
      <vt:lpstr>3️⃣ Punkt 3</vt:lpstr>
      <vt:lpstr>PowerPoint-Präsentation</vt:lpstr>
      <vt:lpstr>PowerPoint-Präsentation</vt:lpstr>
      <vt:lpstr>PowerPoint-Präsentation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Dietmar Ysop</cp:lastModifiedBy>
  <cp:revision>437</cp:revision>
  <dcterms:created xsi:type="dcterms:W3CDTF">2012-01-31T07:49:28Z</dcterms:created>
  <dcterms:modified xsi:type="dcterms:W3CDTF">2025-04-24T09:04:12Z</dcterms:modified>
</cp:coreProperties>
</file>
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32"/>
  </p:notesMasterIdLst>
  <p:sldIdLst>
    <p:sldId id="256" r:id="rId2"/>
    <p:sldId id="287" r:id="rId3"/>
    <p:sldId id="293" r:id="rId4"/>
    <p:sldId id="323" r:id="rId5"/>
    <p:sldId id="320" r:id="rId6"/>
    <p:sldId id="288" r:id="rId7"/>
    <p:sldId id="289" r:id="rId8"/>
    <p:sldId id="290" r:id="rId9"/>
    <p:sldId id="291" r:id="rId10"/>
    <p:sldId id="292" r:id="rId11"/>
    <p:sldId id="294" r:id="rId12"/>
    <p:sldId id="296" r:id="rId13"/>
    <p:sldId id="298" r:id="rId14"/>
    <p:sldId id="302" r:id="rId15"/>
    <p:sldId id="319" r:id="rId16"/>
    <p:sldId id="283" r:id="rId17"/>
    <p:sldId id="303" r:id="rId18"/>
    <p:sldId id="305" r:id="rId19"/>
    <p:sldId id="306" r:id="rId20"/>
    <p:sldId id="307" r:id="rId21"/>
    <p:sldId id="308" r:id="rId22"/>
    <p:sldId id="309" r:id="rId23"/>
    <p:sldId id="310" r:id="rId24"/>
    <p:sldId id="318" r:id="rId25"/>
    <p:sldId id="275" r:id="rId26"/>
    <p:sldId id="313" r:id="rId27"/>
    <p:sldId id="314" r:id="rId28"/>
    <p:sldId id="315" r:id="rId29"/>
    <p:sldId id="316" r:id="rId30"/>
    <p:sldId id="31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6604" autoAdjust="0"/>
  </p:normalViewPr>
  <p:slideViewPr>
    <p:cSldViewPr>
      <p:cViewPr varScale="1">
        <p:scale>
          <a:sx n="111" d="100"/>
          <a:sy n="111" d="100"/>
        </p:scale>
        <p:origin x="52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539D-CE92-2F37-68B5-4A9BE63C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ADF2D9-500F-5454-D161-0F8159058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2B036E-FF4E-03AE-6432-758D02BBD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538DBD-0B1F-D2FF-43E7-BAD82FB56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631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A0E4-A384-DF0A-CC75-F7106406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9D05BF-3247-FBE5-A655-7075C269B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2FA3C2-739F-5EED-1EEB-E03046655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C5BDB7-A74F-480F-DB41-1E791DD25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62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A98A-DF02-764B-1D7A-EE986905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8A92EE-A344-F533-7804-59F8CA22C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82E2F3-16D9-7539-2712-1C7269175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325BD1-EA52-A3C4-35DB-D9BD88823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041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9E52-6FAC-A3AE-41D8-C04BE592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2ADCC2-7FBF-B4CA-1320-C4A70B66C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7F39C6-068E-0E80-EEA7-808700CA4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510291-8B9C-4AB2-1D6C-686866BB0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582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1D3D-4DD0-65CF-7955-5A438D3D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786AAD-419F-C2BD-8599-64053B8C6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CBB267-8ECC-E3E3-3CB3-106438FEA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233B67-CB38-5E18-0310-DE4A05670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422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3AD5-D8FB-9C47-5658-080BC9A2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02D34B0-5571-4105-DE64-1AABF0CCF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ED5AF83-81CD-0D0A-9144-08903E338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2951CA-830B-1A7C-9DCC-EA8B51D66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83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3E68-BCB7-5B75-FDCB-103BF832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2BEAD5-CD68-6CD3-0560-33AFECE80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E94706-8E3C-A396-25FA-4F4F30F7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C31645-3F2C-604E-E603-D0D52F24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148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D783-526F-0CF5-7955-55DA667D1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6C31A4-EF77-200D-EE2A-AB91CD38C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BFAD29-F392-B2C3-9139-515F85CD4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4730B3-C24E-7A05-F848-E8B2FF3C4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405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EA74-F507-B3A6-13D7-F1694A0A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004D81A-DE64-CC78-1BD7-6860A21C1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49E373-5858-E154-8F8F-DDF59E0B7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32F74E-66DD-A5A2-0071-A53CCB07A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85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2D98-0DEF-AC5F-8979-CDEE3083F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A81DF1-6CC0-156D-FFF2-E669F2566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FD29912-0ADB-9D05-0404-6B743B6B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6B6D08-1F1E-1DC5-0129-E1D3F8AA0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140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57D0-FCD1-45E7-D072-9E8932FE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C7AAA1-5641-6775-DBAF-10565BFD4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E23281-3A87-BD5D-679F-21EFFF9F6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E48D35-C886-585D-EF5D-4DF42D4AE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7182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619DC-A78B-FE68-DD0D-11F525D5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D83277-A91D-9F97-7C8B-0DC9F30DB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BA7F3F-4EB2-A300-03CB-9ECE11E1D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56069E-CC6A-54D3-4819-5EE1C4E53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662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77B60-1C7E-56DE-A708-EBBF03C8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F47611-C686-6F49-B676-2A605F970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25F025-E19E-66FB-D0D6-572CE5B45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980575-C439-8F45-1DB7-94A41BEC0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206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E7F8-54E4-D256-2A14-9B1FF74A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402361-8B4C-F26C-B623-4A5AB0C4A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06ABD8-E929-BE02-A867-6B8E2A1F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D55435-A892-0AD0-8C2C-04E984100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590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5C29-033D-82CE-88B8-A7704583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018247-3203-064B-D15A-C3085F586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E2B353-797C-F31E-6BAE-F80489FD4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888B4-6C22-CA55-021A-00A1EA5CE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7136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A182-8ED2-BEC9-846A-E2FCF0BC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3CF8B1F-8A1F-612B-443B-10627D2FC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FD82B2-D152-4AB3-E085-4D52726C3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086743-416E-71DF-CBBC-288AF33C3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370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2101-3C9A-0DEE-9E43-22E164CC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FF5AA4-8F68-65BE-0839-F9769860A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C85C30-B92F-ABB7-B339-9E0A92674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0DBE4-8A9C-81A0-CB50-8216FB45C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342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1E5B-869E-EDC6-26B2-0C60E865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3D3D59-F822-F517-7966-DA82810EA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62EA46-0FB4-68DF-4E23-2DE8506A0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1BA481-FE88-D6B8-E482-863055EDE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543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3A87-FDD7-FD9C-E5BB-88095BB2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CCAC04-81C5-69BC-6A51-D7BF02842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8FC5165-7945-0967-2A08-14F49F264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95D39A-CAD9-C69D-37B3-A9AF10A5B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07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26.04.2025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26.04.2025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26.04.2025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26.04.2025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26.04.2025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26.04.2025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26.04.2025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26.04.2025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26.04.2025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26.04.2025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26.04.2025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26.04.2025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deotovoic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Greta_%26_Stark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dienwerkstatt-franken.de/2024/04/22/audiodeskrip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tered.a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crip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nix.ai/resources/da/best-ai-tools-for-transcription/forstaerker/?utm_source=chatgpt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urf.a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openai.com/t/reading-videos-with-gpt4v/523568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51427455_Automated_Video_Description_for_Blind_and_Low_Vision_User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27353237_CineAD_a_system_for_automated_audio_description_script_generation_for_the_visually_impaired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3597638.360840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memad.eu/about/project-goal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conteur.net/technology/how-bbc-sounds-is-using-genai-to-boost-accessibility-in-audio" TargetMode="External"/><Relationship Id="rId2" Type="http://schemas.openxmlformats.org/officeDocument/2006/relationships/hyperlink" Target="https://help.netflix.com/en/node/25079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209-023-01036-4" TargetMode="External"/><Relationship Id="rId2" Type="http://schemas.openxmlformats.org/officeDocument/2006/relationships/hyperlink" Target="https://gametospeech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aucoup-project.eu/products/" TargetMode="External"/><Relationship Id="rId2" Type="http://schemas.openxmlformats.org/officeDocument/2006/relationships/hyperlink" Target="https://www.inklusion-kultur.de/praxisbeispiel/audiodeskription-am-schauspiel-leipzig/?utm_source=chatgpt.co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r.at/medien/aktuelles/publikationen/Publikationen/Accessibility_Report_2021.pdf" TargetMode="External"/><Relationship Id="rId2" Type="http://schemas.openxmlformats.org/officeDocument/2006/relationships/hyperlink" Target="https://www.uefa.com/euro2024/audio-descriptive-commentary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vk/how2-datase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Praktische Anwendungen und Fallstudien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Daniel Sellerberg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Ricarda Toppel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28" y="1905506"/>
            <a:ext cx="441018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defRPr sz="1400" b="1">
                <a:latin typeface="Arial"/>
              </a:defRPr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/>
              <a:t>1️⃣ Agenda Punkt 1 – Praktische Anwendungen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Frazier – Profi-Audiodeskriptionssoftware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Greta – Barrierefreies Kino per App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Verbit – KI-gestützte Audiodeskription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ElevenLabs – Realistische KI-Stimmen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Medienwerkstatt Franken – KI-Tool-Testreihe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HR – Einsatz von KI-Stimmen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Amberscript – Automatische Transkription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ADautor – AD-Erstellung für Multimedia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Altered Studio – KI-Stimmvariation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Descript – Audio- und Videobearbeitung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Murf.ai – KI-Sprachsynthese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065" y="1844824"/>
            <a:ext cx="398057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defRPr sz="1400">
                <a:latin typeface="Arial"/>
              </a:defRPr>
            </a:pPr>
            <a:endParaRPr lang="de-DE"/>
          </a:p>
          <a:p>
            <a:pPr>
              <a:defRPr sz="1400" b="1">
                <a:latin typeface="Arial"/>
              </a:defRPr>
            </a:pPr>
            <a:r>
              <a:rPr lang="de-DE"/>
              <a:t>2️⃣ Agenda Punkt 2 – Fallstudien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Tiresias (Columbia University)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CineAD (Brasilien)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GPT-4 Vision (OpenAI)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Tandem-VQA-Agent (Stangl et al.)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MeMAD (EU-Projekt)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Medien &amp; Streaming (Netflix, BBC)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Videospiele &amp; In-Game-Audiodeskription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Museen &amp; Kultur (z. B. BeauCoup)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Live-AD im Sport (ServusTV, UEFA)</a:t>
            </a:r>
          </a:p>
          <a:p>
            <a:pPr lvl="1">
              <a:defRPr sz="1400">
                <a:latin typeface="Arial"/>
              </a:defRPr>
            </a:pPr>
            <a:endParaRPr lang="de-DE"/>
          </a:p>
          <a:p>
            <a:pPr>
              <a:defRPr sz="1400" b="1">
                <a:latin typeface="Arial"/>
              </a:defRPr>
            </a:pPr>
            <a:r>
              <a:rPr lang="de-DE"/>
              <a:t>3️⃣ Agenda Trainingsdaten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Herausforderungen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AudioCaps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Clotho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VATEX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LSMDC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ActivityNet Captions</a:t>
            </a:r>
          </a:p>
          <a:p>
            <a:pPr lvl="1">
              <a:defRPr sz="1400">
                <a:latin typeface="Arial"/>
              </a:defRPr>
            </a:pPr>
            <a:r>
              <a:rPr lang="de-DE"/>
              <a:t>- How2 Dataset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DEBE-F568-1824-038A-8695DB10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E8203-B2B8-312F-B70F-B4F89749D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8199ED01-1EB2-E844-6DBF-DD76ED8C3567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0C442533-D839-2AC7-7F4D-B9C57B23B2CB}"/>
              </a:ext>
            </a:extLst>
          </p:cNvPr>
          <p:cNvSpPr txBox="1"/>
          <p:nvPr/>
        </p:nvSpPr>
        <p:spPr>
          <a:xfrm>
            <a:off x="407368" y="1628800"/>
            <a:ext cx="6196012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Frazier – Profi-Audiodeskriptionssoftware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Komplettlösung für die Erstellung, Zeitcodierung und Live-Vorschau von Audiodeskriptionen.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Hohe Flexibilität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Echtzeit-Funktionalität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Einarbeitungszeit erforderlich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Kostenpflichtig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Speziell für professionelle Audiodeskriptoren.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Frazier Audiodeskriptionstool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1180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78949-C8C2-3106-6BA1-2451F30E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AEBE0-C258-6B77-2B6A-22F514C3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FBCA3920-F68C-5B48-44F4-A3F9D33A94ED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1E7E2A26-5195-B892-761D-37228A118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0" y="1772816"/>
            <a:ext cx="7734393" cy="48201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E027BAF-21CD-E6BF-4DC8-6705A36643E4}"/>
              </a:ext>
            </a:extLst>
          </p:cNvPr>
          <p:cNvSpPr txBox="1"/>
          <p:nvPr/>
        </p:nvSpPr>
        <p:spPr>
          <a:xfrm>
            <a:off x="1847528" y="940511"/>
            <a:ext cx="618082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800" b="1">
                <a:latin typeface="Arial" panose="020B0604020202020204"/>
                <a:cs typeface="Arial" panose="020B0604020202020204"/>
              </a:rPr>
              <a:t>Frazier – Profi-Audiodeskriptionssoftware</a:t>
            </a:r>
          </a:p>
        </p:txBody>
      </p:sp>
    </p:spTree>
    <p:extLst>
      <p:ext uri="{BB962C8B-B14F-4D97-AF65-F5344CB8AC3E}">
        <p14:creationId xmlns:p14="http://schemas.microsoft.com/office/powerpoint/2010/main" val="407322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7A38-77F7-9D4F-4E14-41D0A4EB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1EED6B-D7EA-B4BB-1122-CA07984F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1C0A1EE5-3A4C-A44C-F72A-8872EF99CC21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DAA5F71-5BF4-6932-D10D-5AB89F7EE8B0}"/>
              </a:ext>
            </a:extLst>
          </p:cNvPr>
          <p:cNvSpPr txBox="1"/>
          <p:nvPr/>
        </p:nvSpPr>
        <p:spPr>
          <a:xfrm>
            <a:off x="407368" y="1628800"/>
            <a:ext cx="6196012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Greta – Barrierefreies Kino per App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Greta stellt Audiodeskriptionen, Untertitel und Hörverstärkungen für Kinofilme bereit. Synchronisation erfolgt automatisch mit dem Kinoton.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Einfach und intuitiv nutzbar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Kostenlos für Endnutzer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Weit verbreitet in deutschen Kinos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Abhängig vom Filmangebot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Keine eigene Audiodeskriptionsproduktion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Konsumfertige Audiodeskription für Kinoerlebnisse.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Greta &amp; Starks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355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969B-A394-C1CC-16DB-7B5FF72C7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97D02-37D7-25C4-C220-8EC2FE18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504A8725-C4B7-65D8-60BD-EA74AEA932CA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054DCDE-1D7B-EC80-720F-C9F1A97EE341}"/>
              </a:ext>
            </a:extLst>
          </p:cNvPr>
          <p:cNvSpPr txBox="1"/>
          <p:nvPr/>
        </p:nvSpPr>
        <p:spPr>
          <a:xfrm>
            <a:off x="407368" y="1628800"/>
            <a:ext cx="6196012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Verbit – KI-gestützte Audiodeskription für Medienunternehmen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Verbit kombiniert KI und menschliche Nachbearbeitung für hochwertige Transkriptionen, Untertitel und Audiodeskriptionen.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Sehr hohe Genauigkeit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Unterstützung für Live-Untertitelung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Hohe Kosten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Fokus auf große Unternehmen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Professionelle End-to-End Lösung für Medienhäuser.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Verbit – KI-Transkriptionsdienste</a:t>
            </a:r>
          </a:p>
        </p:txBody>
      </p:sp>
    </p:spTree>
    <p:extLst>
      <p:ext uri="{BB962C8B-B14F-4D97-AF65-F5344CB8AC3E}">
        <p14:creationId xmlns:p14="http://schemas.microsoft.com/office/powerpoint/2010/main" val="64851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115C-3D35-3F74-7F81-DBBF1B46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DDD743-36F0-B324-2530-7E7D476D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6336E12B-03DD-DCDD-4E47-053D611AB312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5C091DA9-6A45-18A0-3580-52A1BD50A804}"/>
              </a:ext>
            </a:extLst>
          </p:cNvPr>
          <p:cNvSpPr txBox="1"/>
          <p:nvPr/>
        </p:nvSpPr>
        <p:spPr>
          <a:xfrm>
            <a:off x="407368" y="1628800"/>
            <a:ext cx="6196012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ElevenLabs – Realistische KI-Stimmen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Erzeugt realistische, emotionale KI-Stimmen für Audiodeskriptionen und andere Sprachproduktionen.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Sehr natürliche Stimmen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Mehrsprachigkeit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Kein vollständiges Audiodeskriptionssystem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Fokus auf Sprachsynthese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Ideal zur Vertonung bereits erstellter Audiobeschreibungen.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ElevenLabs AI Voice Generator</a:t>
            </a:r>
          </a:p>
        </p:txBody>
      </p:sp>
    </p:spTree>
    <p:extLst>
      <p:ext uri="{BB962C8B-B14F-4D97-AF65-F5344CB8AC3E}">
        <p14:creationId xmlns:p14="http://schemas.microsoft.com/office/powerpoint/2010/main" val="2346276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60E8-3356-BE51-5356-81E4127B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61289-E0DC-5E0D-87F6-75D56486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1743352D-590D-AE0A-A371-3BDBD1578241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04E360FB-6792-C2C4-D514-5AF3C7FF35C8}"/>
              </a:ext>
            </a:extLst>
          </p:cNvPr>
          <p:cNvSpPr txBox="1"/>
          <p:nvPr/>
        </p:nvSpPr>
        <p:spPr>
          <a:xfrm>
            <a:off x="407368" y="1628800"/>
            <a:ext cx="6196012" cy="457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Medienwerkstatt Franken – KI-Tool-Testreihe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Vergleich und Test verschiedener KI-Lösungen für Audiodeskription in der realen Filmproduktion.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Praxisnahe Tests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Orientierungshilfe für Produktionen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Kein fertiges Produkt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Abhängig vom ausgewählten KI-Tool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Erfahrungsbasierte Einschätzung verschiedener KI-Angebote.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Medienwerkstatt Franken Audiodeskription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57959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D91F-36F2-1426-3D54-F2DE9C84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AB94E-0B37-8BD6-84BE-2F6DEF69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2EE0493B-7775-F722-186A-A1EC1825654E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A35011E7-1E07-E550-9CE8-A1D768D87A8A}"/>
              </a:ext>
            </a:extLst>
          </p:cNvPr>
          <p:cNvSpPr txBox="1"/>
          <p:nvPr/>
        </p:nvSpPr>
        <p:spPr>
          <a:xfrm>
            <a:off x="407368" y="1628800"/>
            <a:ext cx="6196012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HR – Einsatz von KI-Stimmen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Pilotprojekt des Hessischen Rundfunks zum Einsatz von KI-Stimmen für Audiodeskription.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Skalierbarkeit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Produktionssteigerung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Akzeptanzprobleme bei natürlichen vs. KI-Stimmen möglich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Pionierarbeit im deutschen Rundfunksektor.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HR Projekt Audiodeskription</a:t>
            </a:r>
          </a:p>
        </p:txBody>
      </p:sp>
    </p:spTree>
    <p:extLst>
      <p:ext uri="{BB962C8B-B14F-4D97-AF65-F5344CB8AC3E}">
        <p14:creationId xmlns:p14="http://schemas.microsoft.com/office/powerpoint/2010/main" val="89783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F46-431F-BFC1-7C54-C31AC2F9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916BE-C368-3889-BADB-D409A292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8462EE87-27E5-6474-9D60-42214A3D6D8B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0F9E9DE2-D73E-8103-8528-7C52ECF384D2}"/>
              </a:ext>
            </a:extLst>
          </p:cNvPr>
          <p:cNvSpPr txBox="1"/>
          <p:nvPr/>
        </p:nvSpPr>
        <p:spPr>
          <a:xfrm>
            <a:off x="407368" y="1628800"/>
            <a:ext cx="6196012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Amberscript – Automatische Transkription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Automatisierte Umwandlung von Sprache in Text – Grundlage für Audiodeskriptionen.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Schnell und effizient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Kostengünstig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Nur Rohmaterial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Qualität variiert je nach Audio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Basis-Tool für Texterstellung und Untertitel.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Amberscript Audiodeskription</a:t>
            </a:r>
          </a:p>
          <a:p>
            <a:pPr>
              <a:lnSpc>
                <a:spcPct val="150000"/>
              </a:lnSpc>
              <a:buNone/>
            </a:pP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63838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A1A85-577E-06E8-F185-4B03D747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68EA9-377E-DA3A-CBFA-2CF742C9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3CDE87D7-61A4-F400-53C0-9283C19A8E76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2B647A10-F768-0D3B-E21C-00EA68ED0E3E}"/>
              </a:ext>
            </a:extLst>
          </p:cNvPr>
          <p:cNvSpPr txBox="1"/>
          <p:nvPr/>
        </p:nvSpPr>
        <p:spPr>
          <a:xfrm>
            <a:off x="407368" y="1628800"/>
            <a:ext cx="6196012" cy="4254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ADautor – AD-Erstellung für Multimedia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Autorentool zur strukturierten Erstellung von Audiodeskriptionen für Filme und Lerninhalte.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Einfach zu bedienen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Ideal für Bildungsinhalte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Begrenzte KI-Funktionalitäten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Klassisches, strukturiertes Autoren-Tool für AD.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ADautor – Audiodeskription Software</a:t>
            </a:r>
          </a:p>
        </p:txBody>
      </p:sp>
    </p:spTree>
    <p:extLst>
      <p:ext uri="{BB962C8B-B14F-4D97-AF65-F5344CB8AC3E}">
        <p14:creationId xmlns:p14="http://schemas.microsoft.com/office/powerpoint/2010/main" val="104630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9F03-7722-0FE7-562B-285D0D15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C964A-6561-FB84-9EB0-37D8EDB8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A5BAB32E-EEA6-952A-5026-B919B9013A0D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FE2E8FFB-45B3-8B88-4615-18F61C8D9FC4}"/>
              </a:ext>
            </a:extLst>
          </p:cNvPr>
          <p:cNvSpPr txBox="1"/>
          <p:nvPr/>
        </p:nvSpPr>
        <p:spPr>
          <a:xfrm>
            <a:off x="407368" y="1628800"/>
            <a:ext cx="6196012" cy="4254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Altered Studio – KI-Stimmvariation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KI-basierte Veränderung und Erzeugung von individuellen Stimmen für Audiodeskriptionen.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Große Variabilität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Zielgruppenspezifische Anpassung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Komplex bei Projekten mit vielen Änderungen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Stimmenanpassung und Variation als Zusatzschritt.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Altered Studio KI-Voices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7924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0F8D-6D18-AB28-7832-0413A0A8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91B06A-664D-0815-0A8F-DB71FC73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B22E3B78-0C1A-F205-6DAB-A92B3FE76117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83057032-E235-B62B-591E-200617C278E6}"/>
              </a:ext>
            </a:extLst>
          </p:cNvPr>
          <p:cNvSpPr txBox="1"/>
          <p:nvPr/>
        </p:nvSpPr>
        <p:spPr>
          <a:xfrm>
            <a:off x="263352" y="1401006"/>
            <a:ext cx="7272808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Descript – All-in-One Audio- und Videobearbeitung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Descript ist eine umfassende Plattform für die Bearbeitung von Audio- und Videoinhalten. Sie bietet Funktionen wie Transkription, Textbearbeitung, Overdub (Stimmensynthese) und mehr.​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Intuitive Benutzeroberfläche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Möglichkeit zur Bearbeitung von Audio durch Textmanipulation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Overdub-Funktion zur Erstellung von KI-generierten Stimmen​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Begrenzte Funktionen speziell für Audiodeskription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Kosten können für erweiterte Funktionen anfallen​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Ideal für Content-Ersteller, die Audio- und Videoinhalte effizient bearbeiten möchten.​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Descript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4324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4B1E-6140-FF3D-68C8-D89889E1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15645-8B37-1735-1823-F8F16A89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916C6A87-03D4-D43A-9129-7071BA8893BB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DBB05A6F-330C-38C6-87D7-53C9D5764CBE}"/>
              </a:ext>
            </a:extLst>
          </p:cNvPr>
          <p:cNvSpPr txBox="1"/>
          <p:nvPr/>
        </p:nvSpPr>
        <p:spPr>
          <a:xfrm>
            <a:off x="407368" y="1628800"/>
            <a:ext cx="7632848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Murf.ai – KI-gestützte Sprachsynthese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Murf.ai bietet realistische KI-Stimmen für verschiedene Anwendungen, einschließlich Audiodeskription.​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Vorteile: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Breite Auswahl an Stimmen und Sprachen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Einfache Integration in bestehende Workflows​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Nachteile: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Fokus liegt auf Sprachsynthese, nicht auf vollständiger Audiodeskriptionslösung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Kosten können je nach Nutzung variieren​</a:t>
            </a: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Sonix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Geeignet für die Erstellung von Audiodeskriptionen mit natürlichen KI-Stimmen.​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4"/>
              </a:rPr>
              <a:t>Murf.ai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8103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54DB-D8F9-E423-6CEC-17A20987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F3EA8-28E5-4CD0-155B-B845358B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Praktische Anwendungen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9E69D53B-727A-50A3-E943-18E99BF7A599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97E135BB-3EFE-93F6-F336-AD647A2B28B2}"/>
              </a:ext>
            </a:extLst>
          </p:cNvPr>
          <p:cNvSpPr txBox="1"/>
          <p:nvPr/>
        </p:nvSpPr>
        <p:spPr>
          <a:xfrm>
            <a:off x="407368" y="1628800"/>
            <a:ext cx="7632848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GPT-4 Vision (Open AI)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GPT-4 Vision ermöglicht die Beschreibung einzelner Videoframes durch KI, wobei Prompt-basierte Steuerung den Stil und die Länge der Audiodeskription beeinflusst.​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Keine spezielle Schulung erforderlich, um ansprechende Audiodeskriptionen zu generieren.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Flexibilität in der Anpassung der Beschreibungen durch gezielte Prompts.​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Diskussion zu GPT-4 Vision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88375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Tiresias (Columbia University)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Tiresias ist ein End-to-End-System zur automatisierten Audiodeskription, das Module wie Inkonsistenzdetektion, Dense Captioning und Textoptimierung umfasst.​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Automatisierte Verarbeitung von Videos zur Generierung konsistenter Audiodeskriptionen.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Positive Nutzerbewertungen hinsichtlich des verbesserten Filmverständnisses.​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Weitere Informationen zu Tiresias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9493-8B1A-FEFA-2313-57192708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4D1C6223-5678-CCD0-DCED-8DED71FAA653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9519C9CA-8014-1985-9044-B5A8B90E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FFC7FF6-CB8D-1CC6-6C37-473424C37D7A}"/>
              </a:ext>
            </a:extLst>
          </p:cNvPr>
          <p:cNvSpPr txBox="1"/>
          <p:nvPr/>
        </p:nvSpPr>
        <p:spPr>
          <a:xfrm>
            <a:off x="407368" y="1628800"/>
            <a:ext cx="6196012" cy="36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CineAD (Brasilien)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CineAD nutzt vorhandene Drehbücher und Untertitel, um automatisiert Audiodeskriptionsskripte zu erstellen, mit Fokus auf narrativ konsistente Beschreibungen bei Spielfilmen.​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Integration von Drehbuchinformationen zur Generierung von Audiodeskriptionen.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Verbesserung der Zugänglichkeit von Filmen für sehbehinderte Zuschauer.​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Studie zu CineAD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10352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D0A8-2F2C-AB39-4829-F060C0ED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1C3E1651-895E-2AB6-5EE8-50CDC6AEB701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45B93F47-D4CC-FA35-B827-31F423EB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6D54F13-062D-B1CB-766D-03D302CF9231}"/>
              </a:ext>
            </a:extLst>
          </p:cNvPr>
          <p:cNvSpPr txBox="1"/>
          <p:nvPr/>
        </p:nvSpPr>
        <p:spPr>
          <a:xfrm>
            <a:off x="407368" y="1628800"/>
            <a:ext cx="6196012" cy="3284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Tandem-VQA-Agent (Stangl et al.)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Der Tandem-VQA-Agent kombiniert automatische Audiodeskription mit visueller Dialog-KI, sodass Nutzer Detailfragen zum Video stellen können (z. B. "Was trägt sie?").​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Ermöglicht interaktive und adaptive Audiodeskription.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Gibt Nutzern mehr Kontrolle über die erhaltenen Informationen.​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Studie zum Tandem-VQA-Agent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75270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C807-3AF0-6D59-D4CF-4B7B9E2B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BB0C517B-B070-3633-915F-98A51B8D2199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178B586E-64B9-BF8E-3434-4555E454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E5EDC18-BFF8-B170-3FA2-881F2A948457}"/>
              </a:ext>
            </a:extLst>
          </p:cNvPr>
          <p:cNvSpPr txBox="1"/>
          <p:nvPr/>
        </p:nvSpPr>
        <p:spPr>
          <a:xfrm>
            <a:off x="407368" y="1628800"/>
            <a:ext cx="6196012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MeMAD (EU-Projekt) eingestellt 2021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MeMAD ist ein EU-finanziertes Projekt, das eine Tool-Plattform zur teilautomatisierten Erstellung von Audiodeskriptionen entwickelt hat, mit Fokus auf Assistenz für professionelle Autoren.​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Unterstützung durch Shot-Erkennung und Vorschlagssysteme.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Kombination von menschlicher Expertise und KI-Technologie.​</a:t>
            </a: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Projektziele von MeMAD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79766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3DCD-E2DD-DED9-AEBE-6166038A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3056260F-16BC-C9C7-726B-6081B46C0294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4583FC92-B8DF-2FE5-7C12-4E166759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BBAED63-04B0-D85D-F504-D6BCD3231685}"/>
              </a:ext>
            </a:extLst>
          </p:cNvPr>
          <p:cNvSpPr txBox="1"/>
          <p:nvPr/>
        </p:nvSpPr>
        <p:spPr>
          <a:xfrm>
            <a:off x="407368" y="1628800"/>
            <a:ext cx="6196012" cy="36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Medien &amp; Streaming (z. B. Netflix, BBC)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Streaming-Dienste wie Netflix und BBC testen den Einsatz von KI, um Audiodeskriptionen zu erstellen und zu übersetzen, einschließlich der Nutzung von TTS-Stimmen.​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Schnellere Bereitstellung von Audiodeskriptionen in mehreren Sprachen.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Erforschung der Integration von KI in bestehende Produktionsprozesse.​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Links: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Netflix Hilfe zu Audiodeskription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BBC Sounds und GenAI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4389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6B4D-A111-C81E-A7A4-094F5757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750B4B10-A8C3-7C42-DB92-A30F0FAC853C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D27223A4-2BC1-6897-9F3D-23C2031B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E3E7380-C1D9-BE7E-3D8B-4115E28ACC08}"/>
              </a:ext>
            </a:extLst>
          </p:cNvPr>
          <p:cNvSpPr txBox="1"/>
          <p:nvPr/>
        </p:nvSpPr>
        <p:spPr>
          <a:xfrm>
            <a:off x="407368" y="1628800"/>
            <a:ext cx="6196012" cy="3931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Videospiele &amp; In-Game-AD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Prototypen im Gaming-Bereich nutzen Echtzeit-Objekterkennung und kombinieren Engine-Daten mit TTS, um dynamische Audiodeskriptionen während des Spiels bereitzustellen.​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Erhöhung der Zugänglichkeit von Spielen für blinde und sehbehinderte Spieler.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Herausforderungen bei der Implementierung in interaktiven Umgebungen.​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Links: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GameToSpeech Projekt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Artikel zur Audiodeskription in Videospielen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21022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3146-AB23-82E8-7939-BA510AC9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FF985A6-DCDE-3E2B-100F-3B3E5C4351D0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568F509B-32FE-8BE6-E1A5-F520378A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34964A1-54A3-6213-1A26-33C486FE1CEE}"/>
              </a:ext>
            </a:extLst>
          </p:cNvPr>
          <p:cNvSpPr txBox="1"/>
          <p:nvPr/>
        </p:nvSpPr>
        <p:spPr>
          <a:xfrm>
            <a:off x="407368" y="1628800"/>
            <a:ext cx="6196012" cy="36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Museen &amp; Kultur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Projekte wie "BeauCoup" entwickeln mobile Apps mit KI-basierter Bildbeschreibung, um Ausstellungen für sehbehinderte Besucher zugänglicher zu machen.​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Förderung der Inklusion im Kulturbereich.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Einsatz von KI zur Generierung von Beschreibungen in Echtzeit.​</a:t>
            </a: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Servicestelle Inklusion im Kulturbereich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BeauCoup Projektprodukte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49895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BEC4-A000-CB90-44C9-966C80338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54C2F62E-407A-32D3-FBA6-B1EEB63E0CCA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4558534B-4F2A-FF72-0F37-29FEE6A8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</a:rPr>
              <a:t>Fallstudien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A1D1984-11CC-1C9A-5571-1F5243E393E8}"/>
              </a:ext>
            </a:extLst>
          </p:cNvPr>
          <p:cNvSpPr txBox="1"/>
          <p:nvPr/>
        </p:nvSpPr>
        <p:spPr>
          <a:xfrm>
            <a:off x="407368" y="1628800"/>
            <a:ext cx="6196012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Live-AD im Sport (ServusTV, UEFA-Test)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Beschreibung:</a:t>
            </a:r>
            <a:br>
              <a:rPr lang="de-DE" sz="1400">
                <a:latin typeface="Arial" panose="020B0604020202020204"/>
                <a:cs typeface="Arial" panose="020B0604020202020204"/>
              </a:rPr>
            </a:br>
            <a:r>
              <a:rPr lang="de-DE" sz="1400">
                <a:latin typeface="Arial" panose="020B0604020202020204"/>
                <a:cs typeface="Arial" panose="020B0604020202020204"/>
              </a:rPr>
              <a:t>Pilotprojekte von ServusTV und der UEFA testen den Einsatz von TTS in Echtzeit für Live-Audiodeskriptionen bei Sportveranstaltungen.​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Besonderheiten: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Automatische Ereigniserkennung durch KI.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Herausforderungen bei der Synchronisation und Genauigkeit in Echtzeit.​</a:t>
            </a:r>
          </a:p>
          <a:p>
            <a:pPr>
              <a:lnSpc>
                <a:spcPct val="150000"/>
              </a:lnSpc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Links: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2"/>
              </a:rPr>
              <a:t>UEFA Audiodeskriptiver Kommentar</a:t>
            </a:r>
            <a:endParaRPr lang="de-DE"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RTR Accessibility Report 2021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34501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B485-E54B-C3F1-55DC-F4460AFE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7F882254-E071-6BCB-D1C2-AEEC06CE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24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8DCC4756-4B10-9DEA-DF12-B2EC849EB418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A797D724-D1F9-0CCE-9748-6256A52B9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5A768E4-AE57-956A-45E1-3338B46AE36C}"/>
              </a:ext>
            </a:extLst>
          </p:cNvPr>
          <p:cNvSpPr txBox="1"/>
          <p:nvPr/>
        </p:nvSpPr>
        <p:spPr>
          <a:xfrm>
            <a:off x="695400" y="2348880"/>
            <a:ext cx="7200800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Öffentliche, große Datensätze mit gesprochener Audiodeskritpion sind sehr selten!</a:t>
            </a:r>
          </a:p>
          <a:p>
            <a:pPr marL="285750" indent="-285750"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Viele Audiodesktiprionen sind rechtlich geschützt (Filmlizenzen, Urheberrecht).</a:t>
            </a:r>
          </a:p>
          <a:p>
            <a:pPr marL="285750" indent="-285750"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Oft gibt es Forschungskooperationen oder spezielle Projekte, bei denen ein Zugang möglich ist.</a:t>
            </a:r>
          </a:p>
          <a:p>
            <a:pPr marL="285750" indent="-285750"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Reine Audiodeskriptions-Sprachdaten wind extrem wertvoll für Text-to-Speech und Automatic Audio Description-Forschung.</a:t>
            </a:r>
          </a:p>
          <a:p>
            <a:pPr marL="285750" indent="-285750">
              <a:lnSpc>
                <a:spcPct val="150000"/>
              </a:lnSpc>
              <a:buFont typeface="Arial" panose="020B0604020202020204"/>
              <a:buChar char="•"/>
            </a:pPr>
            <a:r>
              <a:rPr lang="de-DE" sz="1400">
                <a:latin typeface="Arial" panose="020B0604020202020204"/>
                <a:cs typeface="Arial" panose="020B0604020202020204"/>
              </a:rPr>
              <a:t>Viele ungelabelte Filme mit Audiodeskription vorhanden</a:t>
            </a:r>
          </a:p>
        </p:txBody>
      </p:sp>
    </p:spTree>
    <p:extLst>
      <p:ext uri="{BB962C8B-B14F-4D97-AF65-F5344CB8AC3E}">
        <p14:creationId xmlns:p14="http://schemas.microsoft.com/office/powerpoint/2010/main" val="1345315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C646E8F-889C-190A-B269-497178319B12}"/>
              </a:ext>
            </a:extLst>
          </p:cNvPr>
          <p:cNvSpPr txBox="1"/>
          <p:nvPr/>
        </p:nvSpPr>
        <p:spPr>
          <a:xfrm>
            <a:off x="695400" y="2348880"/>
            <a:ext cx="720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AudioCaps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Audio →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50k+ Audioclips mit englischen Audiobeschreibungen aus AudioSet.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WAV + TXT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https://audiocaps.github.io</a:t>
            </a:r>
          </a:p>
          <a:p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E3E1-1958-E95F-C2AC-7914DE3C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8CAF07FA-CB13-C37B-1B95-19D41D4A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000ACC2B-36EB-2B9A-9E91-548A04F1BCEA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1CE653C8-B4D3-4DF7-BDCA-B963B4DD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07F4D7B-BCB3-FCB9-727A-4C027E33F7E5}"/>
              </a:ext>
            </a:extLst>
          </p:cNvPr>
          <p:cNvSpPr txBox="1"/>
          <p:nvPr/>
        </p:nvSpPr>
        <p:spPr>
          <a:xfrm>
            <a:off x="551384" y="2492896"/>
            <a:ext cx="61815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Clotho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Audio →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7k kurze Audiodateien mit 5 Textbeschreibungen pro Clip.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WAV +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https://zenodo.org/record/4783391</a:t>
            </a:r>
          </a:p>
        </p:txBody>
      </p:sp>
    </p:spTree>
    <p:extLst>
      <p:ext uri="{BB962C8B-B14F-4D97-AF65-F5344CB8AC3E}">
        <p14:creationId xmlns:p14="http://schemas.microsoft.com/office/powerpoint/2010/main" val="2610903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3D99-1ED0-36B4-D6D2-4B284780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57FC3F89-6ECD-36B2-5DD1-C8F26E37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205672FB-8591-B2BA-8CDE-6A758974564C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7F9C7DDC-5988-DD9C-D5AB-E57D1EF4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7AC570-A483-BA00-CBC8-41461CECF118}"/>
              </a:ext>
            </a:extLst>
          </p:cNvPr>
          <p:cNvSpPr txBox="1"/>
          <p:nvPr/>
        </p:nvSpPr>
        <p:spPr>
          <a:xfrm>
            <a:off x="767408" y="2132856"/>
            <a:ext cx="61815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VATEX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Video →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41k kurze Videos mit englischen &amp; chinesischen Beschreibungen.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MP4 +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https://eric-xw.github.io/vatex-website/</a:t>
            </a:r>
          </a:p>
        </p:txBody>
      </p:sp>
    </p:spTree>
    <p:extLst>
      <p:ext uri="{BB962C8B-B14F-4D97-AF65-F5344CB8AC3E}">
        <p14:creationId xmlns:p14="http://schemas.microsoft.com/office/powerpoint/2010/main" val="2018548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E634-4117-0867-B165-9CAE168F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84946B0E-55AD-3D65-33CB-7BF54348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28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E269484D-7ABB-6E2D-122C-07A51BCBB336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CFD2F7BA-66A4-8599-BB76-A0E5B6E8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AA6278-5610-531A-D712-67DD688877AC}"/>
              </a:ext>
            </a:extLst>
          </p:cNvPr>
          <p:cNvSpPr txBox="1"/>
          <p:nvPr/>
        </p:nvSpPr>
        <p:spPr>
          <a:xfrm>
            <a:off x="623392" y="2348880"/>
            <a:ext cx="61815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LSMDC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Filmclips →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118k kurze Videoclips mit Beschreibungen aus Audiodeskriptionen.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Video +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https://sites.google.com/site/describingmovies/</a:t>
            </a:r>
          </a:p>
        </p:txBody>
      </p:sp>
    </p:spTree>
    <p:extLst>
      <p:ext uri="{BB962C8B-B14F-4D97-AF65-F5344CB8AC3E}">
        <p14:creationId xmlns:p14="http://schemas.microsoft.com/office/powerpoint/2010/main" val="2657528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22E8-64AA-2DE2-CA72-8E5742E5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9D5C8F31-1F1E-40FC-8728-80D632AD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29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1837B06B-0655-15EC-0B9C-53329264D883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8E1E161B-599B-AC83-C438-BC8EF88C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D00F855-7E0B-1F8E-1539-360A4D0FFFAB}"/>
              </a:ext>
            </a:extLst>
          </p:cNvPr>
          <p:cNvSpPr txBox="1"/>
          <p:nvPr/>
        </p:nvSpPr>
        <p:spPr>
          <a:xfrm>
            <a:off x="767408" y="2132856"/>
            <a:ext cx="61815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ActivityNet Captions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Video →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20k YouTube-Videos mit Segmenten und passenden Beschreibungen.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MP4 + 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http://activity-net.org/challenges/2017/captioning.html</a:t>
            </a:r>
          </a:p>
        </p:txBody>
      </p:sp>
    </p:spTree>
    <p:extLst>
      <p:ext uri="{BB962C8B-B14F-4D97-AF65-F5344CB8AC3E}">
        <p14:creationId xmlns:p14="http://schemas.microsoft.com/office/powerpoint/2010/main" val="2392020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4A17-1A67-B5E0-641E-8CD3D03B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>
            <a:extLst>
              <a:ext uri="{FF2B5EF4-FFF2-40B4-BE49-F238E27FC236}">
                <a16:creationId xmlns:a16="http://schemas.microsoft.com/office/drawing/2014/main" id="{721B8835-E7F8-B0F9-597D-EE5D3522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30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90651D7D-2D86-361F-DF33-FFFD0708CF51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E59E0E55-1517-AD9D-8F3F-4D33A8A4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de-DE" altLang="de-D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Trainingsdatensätze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8B95DFD-3E35-A4FC-6D79-34B5EC6085D5}"/>
              </a:ext>
            </a:extLst>
          </p:cNvPr>
          <p:cNvSpPr txBox="1"/>
          <p:nvPr/>
        </p:nvSpPr>
        <p:spPr>
          <a:xfrm>
            <a:off x="767408" y="2132856"/>
            <a:ext cx="61815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How2 Dataset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Typ</a:t>
            </a:r>
            <a:r>
              <a:rPr lang="de-DE" sz="1400">
                <a:latin typeface="Arial" panose="020B0604020202020204"/>
                <a:cs typeface="Arial" panose="020B0604020202020204"/>
              </a:rPr>
              <a:t>: Video → Audio+Text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Beschreibung</a:t>
            </a:r>
            <a:r>
              <a:rPr lang="de-DE" sz="1400">
                <a:latin typeface="Arial" panose="020B0604020202020204"/>
                <a:cs typeface="Arial" panose="020B0604020202020204"/>
              </a:rPr>
              <a:t>: 300h How-To Videos mit Transkriptionen und gesprochenen Beschreibungen.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Format</a:t>
            </a:r>
            <a:r>
              <a:rPr lang="de-DE" sz="1400">
                <a:latin typeface="Arial" panose="020B0604020202020204"/>
                <a:cs typeface="Arial" panose="020B0604020202020204"/>
              </a:rPr>
              <a:t>: MP4 + Text + Audio</a:t>
            </a:r>
          </a:p>
          <a:p>
            <a:pPr>
              <a:buFont typeface="Arial" panose="020B0604020202020204"/>
              <a:buChar char="•"/>
            </a:pPr>
            <a:r>
              <a:rPr lang="de-DE" sz="1400" b="1">
                <a:latin typeface="Arial" panose="020B0604020202020204"/>
                <a:cs typeface="Arial" panose="020B0604020202020204"/>
              </a:rPr>
              <a:t>Link</a:t>
            </a:r>
            <a:r>
              <a:rPr lang="de-DE" sz="1400">
                <a:latin typeface="Arial" panose="020B0604020202020204"/>
                <a:cs typeface="Arial" panose="020B0604020202020204"/>
              </a:rPr>
              <a:t>: </a:t>
            </a:r>
            <a:r>
              <a:rPr lang="de-DE" sz="1400">
                <a:latin typeface="Arial" panose="020B0604020202020204"/>
                <a:cs typeface="Arial" panose="020B0604020202020204"/>
                <a:hlinkClick r:id="rId3"/>
              </a:rPr>
              <a:t>https://github.com/srvk/how2-dataset</a:t>
            </a:r>
            <a:endParaRPr lang="de-DE" sz="140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62123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1700</Words>
  <Application>Microsoft Office PowerPoint</Application>
  <PresentationFormat>Breitbild</PresentationFormat>
  <Paragraphs>324</Paragraphs>
  <Slides>30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1️⃣ Praktische Anwendungen</vt:lpstr>
      <vt:lpstr>2️⃣ Fallstudien</vt:lpstr>
      <vt:lpstr>2️⃣ Fallstudien</vt:lpstr>
      <vt:lpstr>2️⃣ Fallstudien</vt:lpstr>
      <vt:lpstr>2️⃣ Fallstudien</vt:lpstr>
      <vt:lpstr>2️⃣ Fallstudien</vt:lpstr>
      <vt:lpstr>2️⃣ Fallstudien</vt:lpstr>
      <vt:lpstr>2️⃣ Fallstudien</vt:lpstr>
      <vt:lpstr>2️⃣ Fallstudien</vt:lpstr>
      <vt:lpstr>3️⃣ Trainingsdatensätze</vt:lpstr>
      <vt:lpstr>3️⃣ Trainingsdatensätze</vt:lpstr>
      <vt:lpstr>3️⃣ Trainingsdatensätze</vt:lpstr>
      <vt:lpstr>3️⃣ Trainingsdatensätze</vt:lpstr>
      <vt:lpstr>3️⃣ Trainingsdatensätze</vt:lpstr>
      <vt:lpstr>3️⃣ Trainingsdatensätze</vt:lpstr>
      <vt:lpstr>3️⃣ Trainingsdatensätze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Ricarda Toppel</cp:lastModifiedBy>
  <cp:revision>461</cp:revision>
  <dcterms:created xsi:type="dcterms:W3CDTF">2012-01-31T07:49:28Z</dcterms:created>
  <dcterms:modified xsi:type="dcterms:W3CDTF">2025-04-30T17:52:07Z</dcterms:modified>
</cp:coreProperties>
</file>
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6" r:id="rId1"/>
  </p:sldMasterIdLst>
  <p:notesMasterIdLst>
    <p:notesMasterId r:id="rId10"/>
  </p:notesMasterIdLst>
  <p:sldIdLst>
    <p:sldId id="256" r:id="rId2"/>
    <p:sldId id="287" r:id="rId3"/>
    <p:sldId id="266" r:id="rId4"/>
    <p:sldId id="283" r:id="rId5"/>
    <p:sldId id="275" r:id="rId6"/>
    <p:sldId id="271" r:id="rId7"/>
    <p:sldId id="285" r:id="rId8"/>
    <p:sldId id="270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4456"/>
    <a:srgbClr val="438086"/>
    <a:srgbClr val="488A88"/>
    <a:srgbClr val="F6DC40"/>
    <a:srgbClr val="FFFF4F"/>
    <a:srgbClr val="C3E74F"/>
    <a:srgbClr val="72AF2F"/>
    <a:srgbClr val="5A8B25"/>
    <a:srgbClr val="FD2F2F"/>
    <a:srgbClr val="0025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57" autoAdjust="0"/>
    <p:restoredTop sz="96604" autoAdjust="0"/>
  </p:normalViewPr>
  <p:slideViewPr>
    <p:cSldViewPr>
      <p:cViewPr>
        <p:scale>
          <a:sx n="100" d="100"/>
          <a:sy n="100" d="100"/>
        </p:scale>
        <p:origin x="846" y="24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CE451F-3E05-4335-B799-31A1CA24BC8E}" type="datetimeFigureOut">
              <a:rPr lang="de-DE" smtClean="0"/>
              <a:t>24.04.2025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BF85D8-A6AA-4CB5-A30A-03B8A365335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5833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Dietmar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F85D8-A6AA-4CB5-A30A-03B8A365335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597878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Larissa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F85D8-A6AA-4CB5-A30A-03B8A365335B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37869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Phil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F85D8-A6AA-4CB5-A30A-03B8A365335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695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Phil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9BF85D8-A6AA-4CB5-A30A-03B8A365335B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71607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hteck 22"/>
          <p:cNvSpPr/>
          <p:nvPr/>
        </p:nvSpPr>
        <p:spPr>
          <a:xfrm flipV="1">
            <a:off x="7213577" y="3810001"/>
            <a:ext cx="4978425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4" name="Rechteck 23"/>
          <p:cNvSpPr/>
          <p:nvPr/>
        </p:nvSpPr>
        <p:spPr>
          <a:xfrm flipV="1">
            <a:off x="7213601" y="3897010"/>
            <a:ext cx="4978401" cy="192024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5" name="Rechteck 24"/>
          <p:cNvSpPr/>
          <p:nvPr/>
        </p:nvSpPr>
        <p:spPr>
          <a:xfrm flipV="1">
            <a:off x="7213601" y="4115167"/>
            <a:ext cx="4978401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6" name="Rechteck 25"/>
          <p:cNvSpPr/>
          <p:nvPr/>
        </p:nvSpPr>
        <p:spPr>
          <a:xfrm flipV="1">
            <a:off x="7213600" y="4164403"/>
            <a:ext cx="2621280" cy="18288"/>
          </a:xfrm>
          <a:prstGeom prst="rect">
            <a:avLst/>
          </a:prstGeom>
          <a:solidFill>
            <a:schemeClr val="accent2">
              <a:alpha val="6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7" name="Rechteck 26"/>
          <p:cNvSpPr/>
          <p:nvPr/>
        </p:nvSpPr>
        <p:spPr>
          <a:xfrm flipV="1">
            <a:off x="7213600" y="4199572"/>
            <a:ext cx="2621280" cy="9144"/>
          </a:xfrm>
          <a:prstGeom prst="rect">
            <a:avLst/>
          </a:prstGeom>
          <a:solidFill>
            <a:schemeClr val="accent2">
              <a:alpha val="65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 useBgFill="1">
        <p:nvSpPr>
          <p:cNvPr id="30" name="Abgerundetes Rechteck 29"/>
          <p:cNvSpPr/>
          <p:nvPr/>
        </p:nvSpPr>
        <p:spPr bwMode="white">
          <a:xfrm>
            <a:off x="7213600" y="3962400"/>
            <a:ext cx="408432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 useBgFill="1">
        <p:nvSpPr>
          <p:cNvPr id="31" name="Abgerundetes Rechteck 30"/>
          <p:cNvSpPr/>
          <p:nvPr/>
        </p:nvSpPr>
        <p:spPr bwMode="white">
          <a:xfrm>
            <a:off x="9835343" y="4060983"/>
            <a:ext cx="21336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7" name="Rechteck 6"/>
          <p:cNvSpPr/>
          <p:nvPr/>
        </p:nvSpPr>
        <p:spPr>
          <a:xfrm>
            <a:off x="1" y="3649662"/>
            <a:ext cx="12192000" cy="244170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hteck 9"/>
          <p:cNvSpPr/>
          <p:nvPr/>
        </p:nvSpPr>
        <p:spPr>
          <a:xfrm>
            <a:off x="1" y="3675528"/>
            <a:ext cx="12192001" cy="14067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1" name="Rechteck 10"/>
          <p:cNvSpPr/>
          <p:nvPr/>
        </p:nvSpPr>
        <p:spPr>
          <a:xfrm flipV="1">
            <a:off x="8552068" y="3643090"/>
            <a:ext cx="3639933" cy="248432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9" name="Rechteck 18"/>
          <p:cNvSpPr/>
          <p:nvPr/>
        </p:nvSpPr>
        <p:spPr>
          <a:xfrm>
            <a:off x="0" y="0"/>
            <a:ext cx="12192000" cy="3701700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Titel 7"/>
          <p:cNvSpPr>
            <a:spLocks noGrp="1"/>
          </p:cNvSpPr>
          <p:nvPr>
            <p:ph type="ctrTitle"/>
          </p:nvPr>
        </p:nvSpPr>
        <p:spPr>
          <a:xfrm>
            <a:off x="609600" y="2401888"/>
            <a:ext cx="11277600" cy="1470025"/>
          </a:xfrm>
        </p:spPr>
        <p:txBody>
          <a:bodyPr anchor="b"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kumimoji="0" lang="de-DE"/>
              <a:t>Titelmasterformat durch Klicken bearbeiten</a:t>
            </a:r>
            <a:endParaRPr kumimoji="0" lang="en-US"/>
          </a:p>
        </p:txBody>
      </p:sp>
      <p:sp>
        <p:nvSpPr>
          <p:cNvPr id="9" name="Untertitel 8"/>
          <p:cNvSpPr>
            <a:spLocks noGrp="1"/>
          </p:cNvSpPr>
          <p:nvPr>
            <p:ph type="subTitle" idx="1"/>
          </p:nvPr>
        </p:nvSpPr>
        <p:spPr>
          <a:xfrm>
            <a:off x="609600" y="3899938"/>
            <a:ext cx="6604000" cy="1752600"/>
          </a:xfrm>
        </p:spPr>
        <p:txBody>
          <a:bodyPr/>
          <a:lstStyle>
            <a:lvl1pPr marL="64008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de-DE"/>
              <a:t>Formatvorlage des Untertitelmasters durch Klicken bearbeiten</a:t>
            </a:r>
            <a:endParaRPr kumimoji="0" lang="en-US"/>
          </a:p>
        </p:txBody>
      </p:sp>
      <p:sp>
        <p:nvSpPr>
          <p:cNvPr id="28" name="Datumsplatzhalter 27"/>
          <p:cNvSpPr>
            <a:spLocks noGrp="1"/>
          </p:cNvSpPr>
          <p:nvPr>
            <p:ph type="dt" sz="half" idx="10"/>
          </p:nvPr>
        </p:nvSpPr>
        <p:spPr>
          <a:xfrm>
            <a:off x="8940800" y="4206240"/>
            <a:ext cx="1280160" cy="457200"/>
          </a:xfrm>
        </p:spPr>
        <p:txBody>
          <a:bodyPr/>
          <a:lstStyle/>
          <a:p>
            <a:fld id="{12C2D4DF-9C07-4E8A-A9C8-699C3432BB19}" type="datetime1">
              <a:rPr lang="de-DE" smtClean="0"/>
              <a:t>24.04.2025</a:t>
            </a:fld>
            <a:endParaRPr lang="en-US"/>
          </a:p>
        </p:txBody>
      </p:sp>
      <p:sp>
        <p:nvSpPr>
          <p:cNvPr id="17" name="Fußzeilenplatzhalter 16"/>
          <p:cNvSpPr>
            <a:spLocks noGrp="1"/>
          </p:cNvSpPr>
          <p:nvPr>
            <p:ph type="ftr" sz="quarter" idx="11"/>
          </p:nvPr>
        </p:nvSpPr>
        <p:spPr>
          <a:xfrm>
            <a:off x="7213600" y="4205288"/>
            <a:ext cx="1727200" cy="457200"/>
          </a:xfrm>
        </p:spPr>
        <p:txBody>
          <a:bodyPr/>
          <a:lstStyle/>
          <a:p>
            <a:endParaRPr lang="en-US"/>
          </a:p>
        </p:txBody>
      </p:sp>
      <p:sp>
        <p:nvSpPr>
          <p:cNvPr id="29" name="Foliennummernplatzhalter 28"/>
          <p:cNvSpPr>
            <a:spLocks noGrp="1"/>
          </p:cNvSpPr>
          <p:nvPr>
            <p:ph type="sldNum" sz="quarter" idx="12"/>
          </p:nvPr>
        </p:nvSpPr>
        <p:spPr>
          <a:xfrm>
            <a:off x="11093451" y="1136"/>
            <a:ext cx="996949" cy="365760"/>
          </a:xfrm>
        </p:spPr>
        <p:txBody>
          <a:bodyPr/>
          <a:lstStyle>
            <a:lvl1pPr algn="r">
              <a:defRPr sz="1800">
                <a:solidFill>
                  <a:schemeClr val="bg1"/>
                </a:solidFill>
              </a:defRPr>
            </a:lvl1pPr>
          </a:lstStyle>
          <a:p>
            <a:fld id="{9E567595-CCD6-4F78-8F27-840D13ABE7E3}" type="slidenum">
              <a:rPr lang="en-US" smtClean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/>
              <a:t>Titelmasterformat durch Klicken bearbeiten</a:t>
            </a:r>
            <a:endParaRPr kumimoji="0" lang="en-US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de-DE"/>
              <a:t>Textmasterformat bearbeiten</a:t>
            </a:r>
          </a:p>
          <a:p>
            <a:pPr lvl="1" eaLnBrk="1" latinLnBrk="0" hangingPunct="1"/>
            <a:r>
              <a:rPr lang="de-DE"/>
              <a:t>Zweite Ebene</a:t>
            </a:r>
          </a:p>
          <a:p>
            <a:pPr lvl="2" eaLnBrk="1" latinLnBrk="0" hangingPunct="1"/>
            <a:r>
              <a:rPr lang="de-DE"/>
              <a:t>Dritte Ebene</a:t>
            </a:r>
          </a:p>
          <a:p>
            <a:pPr lvl="3" eaLnBrk="1" latinLnBrk="0" hangingPunct="1"/>
            <a:r>
              <a:rPr lang="de-DE"/>
              <a:t>Vierte Ebene</a:t>
            </a:r>
          </a:p>
          <a:p>
            <a:pPr lvl="4" eaLnBrk="1" latinLnBrk="0" hangingPunct="1"/>
            <a:r>
              <a:rPr lang="de-DE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E5C24-D96E-4687-A8E5-4115C8070FE3}" type="datetime1">
              <a:rPr lang="de-DE" smtClean="0"/>
              <a:t>24.04.2025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9418656" y="6391656"/>
            <a:ext cx="2651296" cy="365760"/>
          </a:xfrm>
        </p:spPr>
        <p:txBody>
          <a:bodyPr/>
          <a:lstStyle>
            <a:lvl1pPr>
              <a:defRPr sz="120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08800960-3D65-46F7-85EE-A2D8630D61E5}" type="slidenum">
              <a:rPr lang="en-US" smtClean="0"/>
              <a:pPr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3084" y="1981201"/>
            <a:ext cx="10363200" cy="1362075"/>
          </a:xfrm>
        </p:spPr>
        <p:txBody>
          <a:bodyPr anchor="b">
            <a:noAutofit/>
          </a:bodyPr>
          <a:lstStyle>
            <a:lvl1pPr algn="l">
              <a:buNone/>
              <a:defRPr sz="4300" b="1" cap="none" baseline="0">
                <a:ln w="12700">
                  <a:solidFill>
                    <a:schemeClr val="accent2">
                      <a:shade val="90000"/>
                      <a:satMod val="150000"/>
                    </a:schemeClr>
                  </a:solidFill>
                </a:ln>
                <a:solidFill>
                  <a:srgbClr val="FFFFFF"/>
                </a:solidFill>
                <a:effectLst>
                  <a:outerShdw blurRad="38100" dist="381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kumimoji="0" lang="de-DE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963084" y="3367088"/>
            <a:ext cx="10363200" cy="1509712"/>
          </a:xfrm>
        </p:spPr>
        <p:txBody>
          <a:bodyPr anchor="t"/>
          <a:lstStyle>
            <a:lvl1pPr marL="45720" indent="0">
              <a:buNone/>
              <a:defRPr sz="2100" b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55A406-BDB6-48C3-AB72-8B738A1EB34F}" type="datetime1">
              <a:rPr lang="de-DE" smtClean="0"/>
              <a:t>24.04.2025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00960-3D65-46F7-85EE-A2D8630D61E5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30DE54EF-D574-6C41-BDE5-35E8D23ABF8C}"/>
              </a:ext>
            </a:extLst>
          </p:cNvPr>
          <p:cNvSpPr txBox="1">
            <a:spLocks/>
          </p:cNvSpPr>
          <p:nvPr userDrawn="1"/>
        </p:nvSpPr>
        <p:spPr>
          <a:xfrm>
            <a:off x="9418656" y="6391656"/>
            <a:ext cx="2651296" cy="365760"/>
          </a:xfrm>
          <a:prstGeom prst="rect">
            <a:avLst/>
          </a:prstGeom>
        </p:spPr>
        <p:txBody>
          <a:bodyPr vert="horz" anchor="b"/>
          <a:lstStyle>
            <a:defPPr>
              <a:defRPr lang="en-US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800960-3D65-46F7-85EE-A2D8630D61E5}" type="slidenum">
              <a:rPr lang="en-US" sz="1200" smtClean="0"/>
              <a:pPr/>
              <a:t>‹Nr.›</a:t>
            </a:fld>
            <a:endParaRPr lang="en-US" sz="12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/>
              <a:t>Titelmasterformat durch Klicken bearbeiten</a:t>
            </a:r>
            <a:endParaRPr kumimoji="0" lang="en-US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609600" y="2249425"/>
            <a:ext cx="5384800" cy="4525963"/>
          </a:xfrm>
        </p:spPr>
        <p:txBody>
          <a:bodyPr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de-DE"/>
              <a:t>Textmasterformat bearbeiten</a:t>
            </a:r>
          </a:p>
          <a:p>
            <a:pPr lvl="1" eaLnBrk="1" latinLnBrk="0" hangingPunct="1"/>
            <a:r>
              <a:rPr lang="de-DE"/>
              <a:t>Zweite Ebene</a:t>
            </a:r>
          </a:p>
          <a:p>
            <a:pPr lvl="2" eaLnBrk="1" latinLnBrk="0" hangingPunct="1"/>
            <a:r>
              <a:rPr lang="de-DE"/>
              <a:t>Dritte Ebene</a:t>
            </a:r>
          </a:p>
          <a:p>
            <a:pPr lvl="3" eaLnBrk="1" latinLnBrk="0" hangingPunct="1"/>
            <a:r>
              <a:rPr lang="de-DE"/>
              <a:t>Vierte Ebene</a:t>
            </a:r>
          </a:p>
          <a:p>
            <a:pPr lvl="4" eaLnBrk="1" latinLnBrk="0" hangingPunct="1"/>
            <a:r>
              <a:rPr lang="de-DE"/>
              <a:t>Fünfte Ebene</a:t>
            </a:r>
            <a:endParaRPr kumimoji="0" lang="en-US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0" y="2249425"/>
            <a:ext cx="5384800" cy="4525963"/>
          </a:xfrm>
        </p:spPr>
        <p:txBody>
          <a:bodyPr/>
          <a:lstStyle>
            <a:lvl1pPr>
              <a:defRPr sz="2000"/>
            </a:lvl1pPr>
            <a:lvl2pPr>
              <a:defRPr sz="19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de-DE"/>
              <a:t>Textmasterformat bearbeiten</a:t>
            </a:r>
          </a:p>
          <a:p>
            <a:pPr lvl="1" eaLnBrk="1" latinLnBrk="0" hangingPunct="1"/>
            <a:r>
              <a:rPr lang="de-DE"/>
              <a:t>Zweite Ebene</a:t>
            </a:r>
          </a:p>
          <a:p>
            <a:pPr lvl="2" eaLnBrk="1" latinLnBrk="0" hangingPunct="1"/>
            <a:r>
              <a:rPr lang="de-DE"/>
              <a:t>Dritte Ebene</a:t>
            </a:r>
          </a:p>
          <a:p>
            <a:pPr lvl="3" eaLnBrk="1" latinLnBrk="0" hangingPunct="1"/>
            <a:r>
              <a:rPr lang="de-DE"/>
              <a:t>Vierte Ebene</a:t>
            </a:r>
          </a:p>
          <a:p>
            <a:pPr lvl="4" eaLnBrk="1" latinLnBrk="0" hangingPunct="1"/>
            <a:r>
              <a:rPr lang="de-DE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C0F66A-EFBE-4D86-B794-B531731BC1EE}" type="datetime1">
              <a:rPr lang="de-DE" smtClean="0"/>
              <a:t>24.04.2025</a:t>
            </a:fld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00960-3D65-46F7-85EE-A2D8630D61E5}" type="slidenum">
              <a:rPr lang="en-US" smtClean="0"/>
              <a:t>‹Nr.›</a:t>
            </a:fld>
            <a:endParaRPr lang="en-US"/>
          </a:p>
        </p:txBody>
      </p:sp>
      <p:sp>
        <p:nvSpPr>
          <p:cNvPr id="8" name="Foliennummernplatzhalter 5">
            <a:extLst>
              <a:ext uri="{FF2B5EF4-FFF2-40B4-BE49-F238E27FC236}">
                <a16:creationId xmlns:a16="http://schemas.microsoft.com/office/drawing/2014/main" id="{28A2B9AB-CEFC-4843-A8CE-9D77611F0E5F}"/>
              </a:ext>
            </a:extLst>
          </p:cNvPr>
          <p:cNvSpPr txBox="1">
            <a:spLocks/>
          </p:cNvSpPr>
          <p:nvPr userDrawn="1"/>
        </p:nvSpPr>
        <p:spPr>
          <a:xfrm>
            <a:off x="9418656" y="6391656"/>
            <a:ext cx="2651296" cy="365760"/>
          </a:xfrm>
          <a:prstGeom prst="rect">
            <a:avLst/>
          </a:prstGeom>
        </p:spPr>
        <p:txBody>
          <a:bodyPr vert="horz" anchor="b"/>
          <a:lstStyle>
            <a:defPPr>
              <a:defRPr lang="en-US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800960-3D65-46F7-85EE-A2D8630D61E5}" type="slidenum">
              <a:rPr lang="en-US" sz="1200" smtClean="0"/>
              <a:pPr/>
              <a:t>‹Nr.›</a:t>
            </a:fld>
            <a:endParaRPr lang="en-US" sz="120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508000" y="1143000"/>
            <a:ext cx="11176000" cy="1069848"/>
          </a:xfrm>
        </p:spPr>
        <p:txBody>
          <a:bodyPr anchor="ctr"/>
          <a:lstStyle>
            <a:lvl1pPr>
              <a:defRPr sz="4000" b="0" i="0" cap="none" baseline="0"/>
            </a:lvl1pPr>
          </a:lstStyle>
          <a:p>
            <a:r>
              <a:rPr kumimoji="0" lang="de-DE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508000" y="2244970"/>
            <a:ext cx="5388864" cy="457200"/>
          </a:xfrm>
          <a:solidFill>
            <a:schemeClr val="accent2">
              <a:satMod val="15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de-DE"/>
              <a:t>Textmasterformat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3"/>
          </p:nvPr>
        </p:nvSpPr>
        <p:spPr>
          <a:xfrm>
            <a:off x="6294968" y="2244970"/>
            <a:ext cx="5389033" cy="457200"/>
          </a:xfrm>
          <a:solidFill>
            <a:schemeClr val="accent2">
              <a:satMod val="150000"/>
              <a:alpha val="25000"/>
            </a:schemeClr>
          </a:solidFill>
          <a:ln w="12700">
            <a:solidFill>
              <a:schemeClr val="accent2"/>
            </a:solidFill>
          </a:ln>
        </p:spPr>
        <p:txBody>
          <a:bodyPr anchor="ctr">
            <a:noAutofit/>
          </a:bodyPr>
          <a:lstStyle>
            <a:lvl1pPr marL="45720" indent="0">
              <a:buNone/>
              <a:defRPr sz="1900" b="1">
                <a:solidFill>
                  <a:schemeClr val="tx1">
                    <a:tint val="95000"/>
                  </a:schemeClr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de-DE"/>
              <a:t>Textmasterformat bearbeiten</a:t>
            </a:r>
          </a:p>
        </p:txBody>
      </p:sp>
      <p:sp>
        <p:nvSpPr>
          <p:cNvPr id="5" name="Inhaltsplatzhalter 4"/>
          <p:cNvSpPr>
            <a:spLocks noGrp="1"/>
          </p:cNvSpPr>
          <p:nvPr>
            <p:ph sz="quarter" idx="2"/>
          </p:nvPr>
        </p:nvSpPr>
        <p:spPr>
          <a:xfrm>
            <a:off x="508000" y="2708519"/>
            <a:ext cx="5388864" cy="388620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de-DE"/>
              <a:t>Textmasterformat bearbeiten</a:t>
            </a:r>
          </a:p>
          <a:p>
            <a:pPr lvl="1" eaLnBrk="1" latinLnBrk="0" hangingPunct="1"/>
            <a:r>
              <a:rPr lang="de-DE"/>
              <a:t>Zweite Ebene</a:t>
            </a:r>
          </a:p>
          <a:p>
            <a:pPr lvl="2" eaLnBrk="1" latinLnBrk="0" hangingPunct="1"/>
            <a:r>
              <a:rPr lang="de-DE"/>
              <a:t>Dritte Ebene</a:t>
            </a:r>
          </a:p>
          <a:p>
            <a:pPr lvl="3" eaLnBrk="1" latinLnBrk="0" hangingPunct="1"/>
            <a:r>
              <a:rPr lang="de-DE"/>
              <a:t>Vierte Ebene</a:t>
            </a:r>
          </a:p>
          <a:p>
            <a:pPr lvl="4" eaLnBrk="1" latinLnBrk="0" hangingPunct="1"/>
            <a:r>
              <a:rPr lang="de-DE"/>
              <a:t>Fünfte Ebene</a:t>
            </a:r>
            <a:endParaRPr kumimoji="0" lang="en-US"/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291073" y="2708519"/>
            <a:ext cx="5389033" cy="388620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de-DE"/>
              <a:t>Textmasterformat bearbeiten</a:t>
            </a:r>
          </a:p>
          <a:p>
            <a:pPr lvl="1" eaLnBrk="1" latinLnBrk="0" hangingPunct="1"/>
            <a:r>
              <a:rPr lang="de-DE"/>
              <a:t>Zweite Ebene</a:t>
            </a:r>
          </a:p>
          <a:p>
            <a:pPr lvl="2" eaLnBrk="1" latinLnBrk="0" hangingPunct="1"/>
            <a:r>
              <a:rPr lang="de-DE"/>
              <a:t>Dritte Ebene</a:t>
            </a:r>
          </a:p>
          <a:p>
            <a:pPr lvl="3" eaLnBrk="1" latinLnBrk="0" hangingPunct="1"/>
            <a:r>
              <a:rPr lang="de-DE"/>
              <a:t>Vierte Ebene</a:t>
            </a:r>
          </a:p>
          <a:p>
            <a:pPr lvl="4" eaLnBrk="1" latinLnBrk="0" hangingPunct="1"/>
            <a:r>
              <a:rPr lang="de-DE"/>
              <a:t>Fünfte Ebene</a:t>
            </a:r>
            <a:endParaRPr kumimoji="0" lang="en-US"/>
          </a:p>
        </p:txBody>
      </p:sp>
      <p:sp>
        <p:nvSpPr>
          <p:cNvPr id="26" name="Datumsplatzhalter 25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fld id="{37C69E42-4B2B-491B-A644-815082356129}" type="datetime1">
              <a:rPr lang="de-DE" smtClean="0"/>
              <a:t>24.04.2025</a:t>
            </a:fld>
            <a:endParaRPr lang="en-US"/>
          </a:p>
        </p:txBody>
      </p:sp>
      <p:sp>
        <p:nvSpPr>
          <p:cNvPr id="27" name="Foliennummernplatzhalter 26"/>
          <p:cNvSpPr>
            <a:spLocks noGrp="1"/>
          </p:cNvSpPr>
          <p:nvPr>
            <p:ph type="sldNum" sz="quarter" idx="11"/>
          </p:nvPr>
        </p:nvSpPr>
        <p:spPr/>
        <p:txBody>
          <a:bodyPr rtlCol="0"/>
          <a:lstStyle/>
          <a:p>
            <a:fld id="{08800960-3D65-46F7-85EE-A2D8630D61E5}" type="slidenum">
              <a:rPr lang="en-US" smtClean="0"/>
              <a:t>‹Nr.›</a:t>
            </a:fld>
            <a:endParaRPr lang="en-US"/>
          </a:p>
        </p:txBody>
      </p:sp>
      <p:sp>
        <p:nvSpPr>
          <p:cNvPr id="28" name="Fußzeilenplatzhalter 27"/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endParaRPr lang="en-US"/>
          </a:p>
        </p:txBody>
      </p:sp>
      <p:sp>
        <p:nvSpPr>
          <p:cNvPr id="10" name="Foliennummernplatzhalter 5">
            <a:extLst>
              <a:ext uri="{FF2B5EF4-FFF2-40B4-BE49-F238E27FC236}">
                <a16:creationId xmlns:a16="http://schemas.microsoft.com/office/drawing/2014/main" id="{FEF4E230-B0C3-CC49-94BB-124CCF0FC893}"/>
              </a:ext>
            </a:extLst>
          </p:cNvPr>
          <p:cNvSpPr txBox="1">
            <a:spLocks/>
          </p:cNvSpPr>
          <p:nvPr userDrawn="1"/>
        </p:nvSpPr>
        <p:spPr>
          <a:xfrm>
            <a:off x="9418656" y="6391656"/>
            <a:ext cx="2651296" cy="365760"/>
          </a:xfrm>
          <a:prstGeom prst="rect">
            <a:avLst/>
          </a:prstGeom>
        </p:spPr>
        <p:txBody>
          <a:bodyPr vert="horz" anchor="b"/>
          <a:lstStyle>
            <a:defPPr>
              <a:defRPr lang="en-US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800960-3D65-46F7-85EE-A2D8630D61E5}" type="slidenum">
              <a:rPr lang="en-US" sz="1200" smtClean="0"/>
              <a:pPr/>
              <a:t>‹Nr.›</a:t>
            </a:fld>
            <a:endParaRPr lang="en-US" sz="12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1143000"/>
            <a:ext cx="10972800" cy="1069848"/>
          </a:xfrm>
        </p:spPr>
        <p:txBody>
          <a:bodyPr anchor="ctr"/>
          <a:lstStyle>
            <a:lvl1pPr>
              <a:defRPr sz="4000">
                <a:solidFill>
                  <a:schemeClr val="tx2"/>
                </a:solidFill>
              </a:defRPr>
            </a:lvl1pPr>
          </a:lstStyle>
          <a:p>
            <a:r>
              <a:rPr kumimoji="0" lang="de-DE"/>
              <a:t>Titelmasterformat durch Klicken bearbeiten</a:t>
            </a:r>
            <a:endParaRPr kumimoji="0"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>
          <a:xfrm>
            <a:off x="8778240" y="612648"/>
            <a:ext cx="1276352" cy="457200"/>
          </a:xfrm>
        </p:spPr>
        <p:txBody>
          <a:bodyPr/>
          <a:lstStyle/>
          <a:p>
            <a:fld id="{28581BEF-411F-4C1C-828C-66B57363225F}" type="datetime1">
              <a:rPr lang="de-DE" smtClean="0"/>
              <a:t>24.04.2025</a:t>
            </a:fld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>
          <a:xfrm>
            <a:off x="7010400" y="612648"/>
            <a:ext cx="1767840" cy="4572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>
          <a:xfrm>
            <a:off x="10899648" y="2272"/>
            <a:ext cx="1016000" cy="365760"/>
          </a:xfrm>
        </p:spPr>
        <p:txBody>
          <a:bodyPr/>
          <a:lstStyle/>
          <a:p>
            <a:fld id="{08800960-3D65-46F7-85EE-A2D8630D61E5}" type="slidenum">
              <a:rPr lang="en-US" smtClean="0"/>
              <a:t>‹Nr.›</a:t>
            </a:fld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09B9422-82AE-1D4C-B6B0-865A43630775}"/>
              </a:ext>
            </a:extLst>
          </p:cNvPr>
          <p:cNvSpPr txBox="1">
            <a:spLocks/>
          </p:cNvSpPr>
          <p:nvPr userDrawn="1"/>
        </p:nvSpPr>
        <p:spPr>
          <a:xfrm>
            <a:off x="9418656" y="6391656"/>
            <a:ext cx="2651296" cy="365760"/>
          </a:xfrm>
          <a:prstGeom prst="rect">
            <a:avLst/>
          </a:prstGeom>
        </p:spPr>
        <p:txBody>
          <a:bodyPr vert="horz" anchor="b"/>
          <a:lstStyle>
            <a:defPPr>
              <a:defRPr lang="en-US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800960-3D65-46F7-85EE-A2D8630D61E5}" type="slidenum">
              <a:rPr lang="en-US" sz="1200" smtClean="0"/>
              <a:pPr/>
              <a:t>‹Nr.›</a:t>
            </a:fld>
            <a:endParaRPr lang="en-US" sz="12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E4652-83CF-48FF-B07A-5D300D4CA3EB}" type="datetime1">
              <a:rPr lang="de-DE" smtClean="0"/>
              <a:t>24.04.2025</a:t>
            </a:fld>
            <a:endParaRPr lang="en-US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00960-3D65-46F7-85EE-A2D8630D61E5}" type="slidenum">
              <a:rPr lang="en-US" smtClean="0"/>
              <a:t>‹Nr.›</a:t>
            </a:fld>
            <a:endParaRPr lang="en-US"/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87ADE735-D8CE-7144-BFF4-464CC69DD30A}"/>
              </a:ext>
            </a:extLst>
          </p:cNvPr>
          <p:cNvSpPr txBox="1">
            <a:spLocks/>
          </p:cNvSpPr>
          <p:nvPr userDrawn="1"/>
        </p:nvSpPr>
        <p:spPr>
          <a:xfrm>
            <a:off x="9418656" y="6391656"/>
            <a:ext cx="2651296" cy="365760"/>
          </a:xfrm>
          <a:prstGeom prst="rect">
            <a:avLst/>
          </a:prstGeom>
        </p:spPr>
        <p:txBody>
          <a:bodyPr vert="horz" anchor="b"/>
          <a:lstStyle>
            <a:defPPr>
              <a:defRPr lang="en-US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800960-3D65-46F7-85EE-A2D8630D61E5}" type="slidenum">
              <a:rPr lang="en-US" sz="1200" smtClean="0"/>
              <a:pPr/>
              <a:t>‹Nr.›</a:t>
            </a:fld>
            <a:endParaRPr lang="en-US" sz="12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137995" y="1101970"/>
            <a:ext cx="4511040" cy="877824"/>
          </a:xfrm>
        </p:spPr>
        <p:txBody>
          <a:bodyPr anchor="b"/>
          <a:lstStyle>
            <a:lvl1pPr algn="l">
              <a:buNone/>
              <a:defRPr sz="1800" b="1"/>
            </a:lvl1pPr>
          </a:lstStyle>
          <a:p>
            <a:r>
              <a:rPr kumimoji="0" lang="de-DE"/>
              <a:t>Titelmasterformat durch Klicken bearbeiten</a:t>
            </a:r>
            <a:endParaRPr kumimoji="0" lang="en-US"/>
          </a:p>
        </p:txBody>
      </p:sp>
      <p:sp>
        <p:nvSpPr>
          <p:cNvPr id="3" name="Textplatzhalter 2"/>
          <p:cNvSpPr>
            <a:spLocks noGrp="1"/>
          </p:cNvSpPr>
          <p:nvPr>
            <p:ph type="body" idx="2"/>
          </p:nvPr>
        </p:nvSpPr>
        <p:spPr>
          <a:xfrm>
            <a:off x="7137995" y="2010727"/>
            <a:ext cx="4511040" cy="4617720"/>
          </a:xfrm>
        </p:spPr>
        <p:txBody>
          <a:bodyPr/>
          <a:lstStyle>
            <a:lvl1pPr marL="9144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1"/>
          </p:nvPr>
        </p:nvSpPr>
        <p:spPr>
          <a:xfrm>
            <a:off x="203200" y="776287"/>
            <a:ext cx="6803136" cy="585216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de-DE"/>
              <a:t>Textmasterformat bearbeiten</a:t>
            </a:r>
          </a:p>
          <a:p>
            <a:pPr lvl="1" eaLnBrk="1" latinLnBrk="0" hangingPunct="1"/>
            <a:r>
              <a:rPr lang="de-DE"/>
              <a:t>Zweite Ebene</a:t>
            </a:r>
          </a:p>
          <a:p>
            <a:pPr lvl="2" eaLnBrk="1" latinLnBrk="0" hangingPunct="1"/>
            <a:r>
              <a:rPr lang="de-DE"/>
              <a:t>Dritte Ebene</a:t>
            </a:r>
          </a:p>
          <a:p>
            <a:pPr lvl="3" eaLnBrk="1" latinLnBrk="0" hangingPunct="1"/>
            <a:r>
              <a:rPr lang="de-DE"/>
              <a:t>Vierte Ebene</a:t>
            </a:r>
          </a:p>
          <a:p>
            <a:pPr lvl="4" eaLnBrk="1" latinLnBrk="0" hangingPunct="1"/>
            <a:r>
              <a:rPr lang="de-DE"/>
              <a:t>Fünfte Ebene</a:t>
            </a:r>
            <a:endParaRPr kumimoji="0" lang="en-US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A2C4E-E099-4331-8BC5-F5919D33FBB0}" type="datetime1">
              <a:rPr lang="de-DE" smtClean="0"/>
              <a:t>24.04.2025</a:t>
            </a:fld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00960-3D65-46F7-85EE-A2D8630D61E5}" type="slidenum">
              <a:rPr lang="en-US" smtClean="0"/>
              <a:t>‹Nr.›</a:t>
            </a:fld>
            <a:endParaRPr lang="en-US"/>
          </a:p>
        </p:txBody>
      </p:sp>
      <p:sp>
        <p:nvSpPr>
          <p:cNvPr id="8" name="Foliennummernplatzhalter 5">
            <a:extLst>
              <a:ext uri="{FF2B5EF4-FFF2-40B4-BE49-F238E27FC236}">
                <a16:creationId xmlns:a16="http://schemas.microsoft.com/office/drawing/2014/main" id="{E84BC76B-DD63-3D41-8021-753CA6CA5598}"/>
              </a:ext>
            </a:extLst>
          </p:cNvPr>
          <p:cNvSpPr txBox="1">
            <a:spLocks/>
          </p:cNvSpPr>
          <p:nvPr userDrawn="1"/>
        </p:nvSpPr>
        <p:spPr>
          <a:xfrm>
            <a:off x="9418656" y="6391656"/>
            <a:ext cx="2651296" cy="365760"/>
          </a:xfrm>
          <a:prstGeom prst="rect">
            <a:avLst/>
          </a:prstGeom>
        </p:spPr>
        <p:txBody>
          <a:bodyPr vert="horz" anchor="b"/>
          <a:lstStyle>
            <a:defPPr>
              <a:defRPr lang="en-US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800960-3D65-46F7-85EE-A2D8630D61E5}" type="slidenum">
              <a:rPr lang="en-US" sz="1200" smtClean="0"/>
              <a:pPr/>
              <a:t>‹Nr.›</a:t>
            </a:fld>
            <a:endParaRPr lang="en-US" sz="120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53913" y="1109161"/>
            <a:ext cx="782404" cy="4681637"/>
          </a:xfrm>
        </p:spPr>
        <p:txBody>
          <a:bodyPr vert="vert270" lIns="45720" tIns="0" rIns="45720" anchor="t"/>
          <a:lstStyle>
            <a:lvl1pPr algn="ctr">
              <a:buNone/>
              <a:defRPr sz="2000" b="1"/>
            </a:lvl1pPr>
          </a:lstStyle>
          <a:p>
            <a:r>
              <a:rPr kumimoji="0" lang="de-DE"/>
              <a:t>Titelmasterformat durch Klicken bearbeiten</a:t>
            </a:r>
            <a:endParaRPr kumimoji="0" lang="en-US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538228" y="1143000"/>
            <a:ext cx="6096000" cy="4572000"/>
          </a:xfrm>
          <a:solidFill>
            <a:srgbClr val="EAEAEA"/>
          </a:solidFill>
          <a:ln w="50800">
            <a:solidFill>
              <a:srgbClr val="FFFFFF"/>
            </a:solidFill>
            <a:miter lim="800000"/>
          </a:ln>
          <a:effectLst>
            <a:outerShdw blurRad="57150" dist="31750" dir="4800000" algn="tl" rotWithShape="0">
              <a:srgbClr val="000000">
                <a:alpha val="2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2540">
            <a:bevelT w="25400" h="19050"/>
            <a:contourClr>
              <a:srgbClr val="AEAEAE"/>
            </a:contourClr>
          </a:sp3d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de-DE"/>
              <a:t>Bild durch Klicken auf Symbol hinzufügen</a:t>
            </a:r>
            <a:endParaRPr kumimoji="0" lang="en-US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117924" y="3274309"/>
            <a:ext cx="3454400" cy="2516489"/>
          </a:xfrm>
        </p:spPr>
        <p:txBody>
          <a:bodyPr lIns="0" tIns="0" rIns="4572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300"/>
            </a:lvl1pPr>
            <a:lvl2pPr>
              <a:buFontTx/>
              <a:buNone/>
              <a:defRPr sz="1200"/>
            </a:lvl2pPr>
            <a:lvl3pPr>
              <a:buFontTx/>
              <a:buNone/>
              <a:defRPr sz="1000"/>
            </a:lvl3pPr>
            <a:lvl4pPr>
              <a:buFontTx/>
              <a:buNone/>
              <a:defRPr sz="900"/>
            </a:lvl4pPr>
            <a:lvl5pPr>
              <a:buFontTx/>
              <a:buNone/>
              <a:defRPr sz="900"/>
            </a:lvl5pPr>
          </a:lstStyle>
          <a:p>
            <a:pPr lvl="0" eaLnBrk="1" latinLnBrk="0" hangingPunct="1"/>
            <a:r>
              <a:rPr kumimoji="0"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0A2B8-1C71-4F87-BF98-FD09C9576A12}" type="datetime1">
              <a:rPr lang="de-DE" smtClean="0"/>
              <a:t>24.04.2025</a:t>
            </a:fld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00960-3D65-46F7-85EE-A2D8630D61E5}" type="slidenum">
              <a:rPr lang="en-US" smtClean="0"/>
              <a:t>‹Nr.›</a:t>
            </a:fld>
            <a:endParaRPr lang="en-US"/>
          </a:p>
        </p:txBody>
      </p:sp>
      <p:sp>
        <p:nvSpPr>
          <p:cNvPr id="8" name="Foliennummernplatzhalter 5">
            <a:extLst>
              <a:ext uri="{FF2B5EF4-FFF2-40B4-BE49-F238E27FC236}">
                <a16:creationId xmlns:a16="http://schemas.microsoft.com/office/drawing/2014/main" id="{F016CFB8-94C7-8342-AE16-44CC68AE3215}"/>
              </a:ext>
            </a:extLst>
          </p:cNvPr>
          <p:cNvSpPr txBox="1">
            <a:spLocks/>
          </p:cNvSpPr>
          <p:nvPr userDrawn="1"/>
        </p:nvSpPr>
        <p:spPr>
          <a:xfrm>
            <a:off x="9418656" y="6391656"/>
            <a:ext cx="2651296" cy="365760"/>
          </a:xfrm>
          <a:prstGeom prst="rect">
            <a:avLst/>
          </a:prstGeom>
        </p:spPr>
        <p:txBody>
          <a:bodyPr vert="horz" anchor="b"/>
          <a:lstStyle>
            <a:defPPr>
              <a:defRPr lang="en-US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800960-3D65-46F7-85EE-A2D8630D61E5}" type="slidenum">
              <a:rPr lang="en-US" sz="1200" smtClean="0"/>
              <a:pPr/>
              <a:t>‹Nr.›</a:t>
            </a:fld>
            <a:endParaRPr lang="en-US" sz="120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e-DE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de-DE"/>
              <a:t>Textmasterformat bearbeiten</a:t>
            </a:r>
          </a:p>
          <a:p>
            <a:pPr lvl="1" eaLnBrk="1" latinLnBrk="0" hangingPunct="1"/>
            <a:r>
              <a:rPr lang="de-DE"/>
              <a:t>Zweite Ebene</a:t>
            </a:r>
          </a:p>
          <a:p>
            <a:pPr lvl="2" eaLnBrk="1" latinLnBrk="0" hangingPunct="1"/>
            <a:r>
              <a:rPr lang="de-DE"/>
              <a:t>Dritte Ebene</a:t>
            </a:r>
          </a:p>
          <a:p>
            <a:pPr lvl="3" eaLnBrk="1" latinLnBrk="0" hangingPunct="1"/>
            <a:r>
              <a:rPr lang="de-DE"/>
              <a:t>Vierte Ebene</a:t>
            </a:r>
          </a:p>
          <a:p>
            <a:pPr lvl="4" eaLnBrk="1" latinLnBrk="0" hangingPunct="1"/>
            <a:r>
              <a:rPr lang="de-DE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B246B5-51C5-4FE7-B623-37283DCE9607}" type="datetime1">
              <a:rPr lang="de-DE" smtClean="0"/>
              <a:t>24.04.2025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00960-3D65-46F7-85EE-A2D8630D61E5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86873E8B-5625-A34E-AB1D-17DCC1E3BC34}"/>
              </a:ext>
            </a:extLst>
          </p:cNvPr>
          <p:cNvSpPr txBox="1">
            <a:spLocks/>
          </p:cNvSpPr>
          <p:nvPr userDrawn="1"/>
        </p:nvSpPr>
        <p:spPr>
          <a:xfrm>
            <a:off x="9418656" y="6391656"/>
            <a:ext cx="2651296" cy="365760"/>
          </a:xfrm>
          <a:prstGeom prst="rect">
            <a:avLst/>
          </a:prstGeom>
        </p:spPr>
        <p:txBody>
          <a:bodyPr vert="horz" anchor="b"/>
          <a:lstStyle>
            <a:defPPr>
              <a:defRPr lang="en-US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800960-3D65-46F7-85EE-A2D8630D61E5}" type="slidenum">
              <a:rPr lang="en-US" sz="1200" smtClean="0"/>
              <a:pPr/>
              <a:t>‹Nr.›</a:t>
            </a:fld>
            <a:endParaRPr lang="en-US" sz="120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9042400" y="1143000"/>
            <a:ext cx="2540000" cy="5486400"/>
          </a:xfrm>
        </p:spPr>
        <p:txBody>
          <a:bodyPr vert="eaVert"/>
          <a:lstStyle/>
          <a:p>
            <a:r>
              <a:rPr kumimoji="0" lang="de-DE"/>
              <a:t>Titelmasterformat durch Klicken bearbeiten</a:t>
            </a:r>
            <a:endParaRPr kumimoji="0" lang="en-US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609600" y="1143000"/>
            <a:ext cx="8331200" cy="5486400"/>
          </a:xfrm>
        </p:spPr>
        <p:txBody>
          <a:bodyPr vert="eaVert"/>
          <a:lstStyle/>
          <a:p>
            <a:pPr lvl="0" eaLnBrk="1" latinLnBrk="0" hangingPunct="1"/>
            <a:r>
              <a:rPr lang="de-DE"/>
              <a:t>Textmasterformat bearbeiten</a:t>
            </a:r>
          </a:p>
          <a:p>
            <a:pPr lvl="1" eaLnBrk="1" latinLnBrk="0" hangingPunct="1"/>
            <a:r>
              <a:rPr lang="de-DE"/>
              <a:t>Zweite Ebene</a:t>
            </a:r>
          </a:p>
          <a:p>
            <a:pPr lvl="2" eaLnBrk="1" latinLnBrk="0" hangingPunct="1"/>
            <a:r>
              <a:rPr lang="de-DE"/>
              <a:t>Dritte Ebene</a:t>
            </a:r>
          </a:p>
          <a:p>
            <a:pPr lvl="3" eaLnBrk="1" latinLnBrk="0" hangingPunct="1"/>
            <a:r>
              <a:rPr lang="de-DE"/>
              <a:t>Vierte Ebene</a:t>
            </a:r>
          </a:p>
          <a:p>
            <a:pPr lvl="4" eaLnBrk="1" latinLnBrk="0" hangingPunct="1"/>
            <a:r>
              <a:rPr lang="de-DE"/>
              <a:t>Fünfte Ebene</a:t>
            </a:r>
            <a:endParaRPr kumimoji="0" lang="en-US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E31108-9016-4212-8567-2FCA934A2626}" type="datetime1">
              <a:rPr lang="de-DE" smtClean="0"/>
              <a:t>24.04.2025</a:t>
            </a:fld>
            <a:endParaRPr lang="en-US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800960-3D65-46F7-85EE-A2D8630D61E5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EF4EF544-D00E-E040-834B-1AB2DC675130}"/>
              </a:ext>
            </a:extLst>
          </p:cNvPr>
          <p:cNvSpPr txBox="1">
            <a:spLocks/>
          </p:cNvSpPr>
          <p:nvPr userDrawn="1"/>
        </p:nvSpPr>
        <p:spPr>
          <a:xfrm>
            <a:off x="9418656" y="6391656"/>
            <a:ext cx="2651296" cy="365760"/>
          </a:xfrm>
          <a:prstGeom prst="rect">
            <a:avLst/>
          </a:prstGeom>
        </p:spPr>
        <p:txBody>
          <a:bodyPr vert="horz" anchor="b"/>
          <a:lstStyle>
            <a:defPPr>
              <a:defRPr lang="en-US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8800960-3D65-46F7-85EE-A2D8630D61E5}" type="slidenum">
              <a:rPr lang="en-US" sz="1200" smtClean="0"/>
              <a:pPr/>
              <a:t>‹Nr.›</a:t>
            </a:fld>
            <a:endParaRPr lang="en-US" sz="12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hteck 27"/>
          <p:cNvSpPr/>
          <p:nvPr/>
        </p:nvSpPr>
        <p:spPr>
          <a:xfrm>
            <a:off x="1" y="366819"/>
            <a:ext cx="12192000" cy="84407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9" name="Rechteck 28"/>
          <p:cNvSpPr/>
          <p:nvPr/>
        </p:nvSpPr>
        <p:spPr>
          <a:xfrm>
            <a:off x="0" y="-1"/>
            <a:ext cx="12192000" cy="310663"/>
          </a:xfrm>
          <a:prstGeom prst="rect">
            <a:avLst/>
          </a:prstGeom>
          <a:solidFill>
            <a:schemeClr val="tx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0" name="Rechteck 29"/>
          <p:cNvSpPr/>
          <p:nvPr/>
        </p:nvSpPr>
        <p:spPr>
          <a:xfrm>
            <a:off x="1" y="308277"/>
            <a:ext cx="12192001" cy="91441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1" name="Rechteck 30"/>
          <p:cNvSpPr/>
          <p:nvPr/>
        </p:nvSpPr>
        <p:spPr>
          <a:xfrm flipV="1">
            <a:off x="7213577" y="360247"/>
            <a:ext cx="4978425" cy="91087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hteck 31"/>
          <p:cNvSpPr/>
          <p:nvPr/>
        </p:nvSpPr>
        <p:spPr>
          <a:xfrm flipV="1">
            <a:off x="7213601" y="440113"/>
            <a:ext cx="4978401" cy="180035"/>
          </a:xfrm>
          <a:prstGeom prst="rect">
            <a:avLst/>
          </a:prstGeom>
          <a:solidFill>
            <a:schemeClr val="accent2">
              <a:alpha val="50000"/>
            </a:scheme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 useBgFill="1">
        <p:nvSpPr>
          <p:cNvPr id="33" name="Abgerundetes Rechteck 32"/>
          <p:cNvSpPr/>
          <p:nvPr/>
        </p:nvSpPr>
        <p:spPr bwMode="white">
          <a:xfrm>
            <a:off x="7209785" y="497504"/>
            <a:ext cx="4084320" cy="27432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 useBgFill="1">
        <p:nvSpPr>
          <p:cNvPr id="34" name="Abgerundetes Rechteck 33"/>
          <p:cNvSpPr/>
          <p:nvPr/>
        </p:nvSpPr>
        <p:spPr bwMode="white">
          <a:xfrm>
            <a:off x="9831528" y="588943"/>
            <a:ext cx="2133600" cy="36576"/>
          </a:xfrm>
          <a:prstGeom prst="roundRect">
            <a:avLst>
              <a:gd name="adj" fmla="val 16667"/>
            </a:avLst>
          </a:prstGeom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5" name="Rechteck 34"/>
          <p:cNvSpPr/>
          <p:nvPr/>
        </p:nvSpPr>
        <p:spPr bwMode="invGray">
          <a:xfrm>
            <a:off x="12113288" y="-2001"/>
            <a:ext cx="76835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6" name="Rechteck 35"/>
          <p:cNvSpPr/>
          <p:nvPr/>
        </p:nvSpPr>
        <p:spPr bwMode="invGray">
          <a:xfrm>
            <a:off x="12059308" y="-2001"/>
            <a:ext cx="36576" cy="621792"/>
          </a:xfrm>
          <a:prstGeom prst="rect">
            <a:avLst/>
          </a:prstGeom>
          <a:solidFill>
            <a:srgbClr val="FFFFFF">
              <a:alpha val="65098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7" name="Rechteck 36"/>
          <p:cNvSpPr/>
          <p:nvPr/>
        </p:nvSpPr>
        <p:spPr bwMode="invGray">
          <a:xfrm>
            <a:off x="12033904" y="-2001"/>
            <a:ext cx="12192" cy="621792"/>
          </a:xfrm>
          <a:prstGeom prst="rect">
            <a:avLst/>
          </a:prstGeom>
          <a:solidFill>
            <a:srgbClr val="FFFFFF">
              <a:alpha val="6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8" name="Rechteck 37"/>
          <p:cNvSpPr/>
          <p:nvPr/>
        </p:nvSpPr>
        <p:spPr bwMode="invGray">
          <a:xfrm>
            <a:off x="11967231" y="-2001"/>
            <a:ext cx="36576" cy="621792"/>
          </a:xfrm>
          <a:prstGeom prst="rect">
            <a:avLst/>
          </a:prstGeom>
          <a:solidFill>
            <a:srgbClr val="FFFFFF">
              <a:alpha val="4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9" name="Rechteck 38"/>
          <p:cNvSpPr/>
          <p:nvPr/>
        </p:nvSpPr>
        <p:spPr bwMode="invGray">
          <a:xfrm>
            <a:off x="11887569" y="380"/>
            <a:ext cx="73152" cy="585216"/>
          </a:xfrm>
          <a:prstGeom prst="rect">
            <a:avLst/>
          </a:prstGeom>
          <a:solidFill>
            <a:srgbClr val="FFFFFF">
              <a:alpha val="20000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40" name="Rechteck 39"/>
          <p:cNvSpPr/>
          <p:nvPr/>
        </p:nvSpPr>
        <p:spPr bwMode="invGray">
          <a:xfrm>
            <a:off x="11831300" y="380"/>
            <a:ext cx="12192" cy="585216"/>
          </a:xfrm>
          <a:prstGeom prst="rect">
            <a:avLst/>
          </a:prstGeom>
          <a:solidFill>
            <a:srgbClr val="FFFFFF">
              <a:alpha val="30196"/>
            </a:srgbClr>
          </a:solidFill>
          <a:ln w="508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Titelplatzhalter 21"/>
          <p:cNvSpPr>
            <a:spLocks noGrp="1"/>
          </p:cNvSpPr>
          <p:nvPr>
            <p:ph type="title"/>
          </p:nvPr>
        </p:nvSpPr>
        <p:spPr>
          <a:xfrm>
            <a:off x="609600" y="1143000"/>
            <a:ext cx="10972800" cy="10668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de-DE"/>
              <a:t>Titelmasterformat durch Klicken bearbeiten</a:t>
            </a:r>
            <a:endParaRPr kumimoji="0" lang="en-US"/>
          </a:p>
        </p:txBody>
      </p:sp>
      <p:sp>
        <p:nvSpPr>
          <p:cNvPr id="13" name="Textplatzhalter 12"/>
          <p:cNvSpPr>
            <a:spLocks noGrp="1"/>
          </p:cNvSpPr>
          <p:nvPr>
            <p:ph type="body" idx="1"/>
          </p:nvPr>
        </p:nvSpPr>
        <p:spPr>
          <a:xfrm>
            <a:off x="609600" y="2249424"/>
            <a:ext cx="10972800" cy="432511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de-DE"/>
              <a:t>Textmasterformat bearbeiten</a:t>
            </a:r>
          </a:p>
          <a:p>
            <a:pPr lvl="1" eaLnBrk="1" latinLnBrk="0" hangingPunct="1"/>
            <a:r>
              <a:rPr kumimoji="0" lang="de-DE"/>
              <a:t>Zweite Ebene</a:t>
            </a:r>
          </a:p>
          <a:p>
            <a:pPr lvl="2" eaLnBrk="1" latinLnBrk="0" hangingPunct="1"/>
            <a:r>
              <a:rPr kumimoji="0" lang="de-DE"/>
              <a:t>Dritte Ebene</a:t>
            </a:r>
          </a:p>
          <a:p>
            <a:pPr lvl="3" eaLnBrk="1" latinLnBrk="0" hangingPunct="1"/>
            <a:r>
              <a:rPr kumimoji="0" lang="de-DE"/>
              <a:t>Vierte Ebene</a:t>
            </a:r>
          </a:p>
          <a:p>
            <a:pPr lvl="4" eaLnBrk="1" latinLnBrk="0" hangingPunct="1"/>
            <a:r>
              <a:rPr kumimoji="0" lang="de-DE"/>
              <a:t>Fünfte Ebene</a:t>
            </a:r>
            <a:endParaRPr kumimoji="0" lang="en-US"/>
          </a:p>
        </p:txBody>
      </p:sp>
      <p:sp>
        <p:nvSpPr>
          <p:cNvPr id="14" name="Datumsplatzhalter 13"/>
          <p:cNvSpPr>
            <a:spLocks noGrp="1"/>
          </p:cNvSpPr>
          <p:nvPr>
            <p:ph type="dt" sz="half" idx="2"/>
          </p:nvPr>
        </p:nvSpPr>
        <p:spPr>
          <a:xfrm>
            <a:off x="8782048" y="612648"/>
            <a:ext cx="1276352" cy="45720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800">
                <a:solidFill>
                  <a:schemeClr val="accent2"/>
                </a:solidFill>
              </a:defRPr>
            </a:lvl1pPr>
          </a:lstStyle>
          <a:p>
            <a:fld id="{D83A9F74-EE4C-49D6-9661-C67699B6A199}" type="datetime1">
              <a:rPr lang="de-DE" smtClean="0"/>
              <a:t>24.04.2025</a:t>
            </a:fld>
            <a:endParaRPr lang="en-US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"/>
          </p:nvPr>
        </p:nvSpPr>
        <p:spPr>
          <a:xfrm>
            <a:off x="7010400" y="612648"/>
            <a:ext cx="1767840" cy="45720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800">
                <a:solidFill>
                  <a:schemeClr val="accent2"/>
                </a:solidFill>
              </a:defRPr>
            </a:lvl1pPr>
          </a:lstStyle>
          <a:p>
            <a:endParaRPr lang="en-US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4"/>
          </p:nvPr>
        </p:nvSpPr>
        <p:spPr>
          <a:xfrm>
            <a:off x="10899648" y="2272"/>
            <a:ext cx="1016000" cy="365760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800">
                <a:solidFill>
                  <a:srgbClr val="FFFFFF"/>
                </a:solidFill>
              </a:defRPr>
            </a:lvl1pPr>
          </a:lstStyle>
          <a:p>
            <a:fld id="{08800960-3D65-46F7-85EE-A2D8630D61E5}" type="slidenum">
              <a:rPr lang="en-US" smtClean="0"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l" rtl="0" eaLnBrk="1" latinLnBrk="0" hangingPunct="1">
        <a:spcBef>
          <a:spcPct val="0"/>
        </a:spcBef>
        <a:buNone/>
        <a:defRPr kumimoji="0"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65760" indent="-256032" algn="l" rtl="0" eaLnBrk="1" latinLnBrk="0" hangingPunct="1">
        <a:spcBef>
          <a:spcPts val="300"/>
        </a:spcBef>
        <a:buClr>
          <a:schemeClr val="accent3"/>
        </a:buClr>
        <a:buFont typeface="Georgia"/>
        <a:buChar char="•"/>
        <a:defRPr kumimoji="0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58368" indent="-246888" algn="l" rtl="0" eaLnBrk="1" latinLnBrk="0" hangingPunct="1">
        <a:spcBef>
          <a:spcPts val="300"/>
        </a:spcBef>
        <a:buClr>
          <a:schemeClr val="accent2"/>
        </a:buClr>
        <a:buFont typeface="Georgia"/>
        <a:buChar char="▫"/>
        <a:defRPr kumimoji="0" sz="2600" kern="1200">
          <a:solidFill>
            <a:schemeClr val="accent2"/>
          </a:solidFill>
          <a:latin typeface="+mn-lt"/>
          <a:ea typeface="+mn-ea"/>
          <a:cs typeface="+mn-cs"/>
        </a:defRPr>
      </a:lvl2pPr>
      <a:lvl3pPr marL="923544" indent="-219456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4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179576" indent="-201168" algn="l" rtl="0" eaLnBrk="1" latinLnBrk="0" hangingPunct="1">
        <a:spcBef>
          <a:spcPts val="300"/>
        </a:spcBef>
        <a:buClr>
          <a:schemeClr val="accent1"/>
        </a:buClr>
        <a:buFont typeface="Wingdings 2"/>
        <a:buChar char=""/>
        <a:defRPr kumimoji="0" sz="22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38988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2000" kern="1200">
          <a:solidFill>
            <a:schemeClr val="accent3"/>
          </a:solidFill>
          <a:latin typeface="+mn-lt"/>
          <a:ea typeface="+mn-ea"/>
          <a:cs typeface="+mn-cs"/>
        </a:defRPr>
      </a:lvl5pPr>
      <a:lvl6pPr marL="1609344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800" kern="1200">
          <a:solidFill>
            <a:schemeClr val="accent3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▫"/>
        <a:defRPr kumimoji="0" sz="1600" kern="1200">
          <a:solidFill>
            <a:schemeClr val="accent3"/>
          </a:solidFill>
          <a:latin typeface="+mn-lt"/>
          <a:ea typeface="+mn-ea"/>
          <a:cs typeface="+mn-cs"/>
        </a:defRPr>
      </a:lvl7pPr>
      <a:lvl8pPr marL="2029968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500" kern="1200">
          <a:solidFill>
            <a:schemeClr val="accent3"/>
          </a:solidFill>
          <a:latin typeface="+mn-lt"/>
          <a:ea typeface="+mn-ea"/>
          <a:cs typeface="+mn-cs"/>
        </a:defRPr>
      </a:lvl8pPr>
      <a:lvl9pPr marL="2240280" indent="-182880" algn="l" rtl="0" eaLnBrk="1" latinLnBrk="0" hangingPunct="1">
        <a:spcBef>
          <a:spcPts val="300"/>
        </a:spcBef>
        <a:buClr>
          <a:schemeClr val="accent3"/>
        </a:buClr>
        <a:buFont typeface="Georgia"/>
        <a:buChar char="◦"/>
        <a:defRPr kumimoji="0" sz="1400" kern="1200" baseline="0">
          <a:solidFill>
            <a:schemeClr val="accent3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/>
          <p:cNvSpPr txBox="1"/>
          <p:nvPr/>
        </p:nvSpPr>
        <p:spPr>
          <a:xfrm>
            <a:off x="407369" y="404664"/>
            <a:ext cx="5688631" cy="2575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de-DE" sz="24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Audiodeskription</a:t>
            </a:r>
          </a:p>
          <a:p>
            <a:pPr marL="285750" indent="-285750">
              <a:lnSpc>
                <a:spcPct val="150000"/>
              </a:lnSpc>
              <a:buFontTx/>
              <a:buChar char="-"/>
              <a:defRPr/>
            </a:pPr>
            <a:r>
              <a:rPr lang="de-DE" sz="14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Praktische Anwendungen und Fallstudien –</a:t>
            </a:r>
          </a:p>
          <a:p>
            <a:pPr>
              <a:lnSpc>
                <a:spcPct val="150000"/>
              </a:lnSpc>
              <a:defRPr/>
            </a:pPr>
            <a:endParaRPr lang="de-DE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>
              <a:lnSpc>
                <a:spcPct val="150000"/>
              </a:lnSpc>
              <a:defRPr/>
            </a:pPr>
            <a:r>
              <a:rPr lang="de-DE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06.05. / 07.05.2025</a:t>
            </a:r>
            <a:endParaRPr lang="de-DE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>
              <a:lnSpc>
                <a:spcPct val="150000"/>
              </a:lnSpc>
              <a:defRPr/>
            </a:pPr>
            <a:endParaRPr lang="de-DE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  <a:p>
            <a:pPr>
              <a:lnSpc>
                <a:spcPct val="150000"/>
              </a:lnSpc>
              <a:defRPr/>
            </a:pPr>
            <a:r>
              <a:rPr lang="de-DE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Projektgruppe</a:t>
            </a:r>
            <a:endParaRPr lang="de-DE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335360" y="4293096"/>
            <a:ext cx="4608512" cy="2160240"/>
          </a:xfrm>
        </p:spPr>
        <p:txBody>
          <a:bodyPr rtlCol="0">
            <a:normAutofit/>
          </a:bodyPr>
          <a:lstStyle/>
          <a:p>
            <a:pPr>
              <a:lnSpc>
                <a:spcPct val="150000"/>
              </a:lnSpc>
              <a:defRPr/>
            </a:pPr>
            <a:r>
              <a:rPr lang="de-DE" sz="1400" u="sng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Referenten</a:t>
            </a:r>
          </a:p>
          <a:p>
            <a:pPr>
              <a:lnSpc>
                <a:spcPct val="150000"/>
              </a:lnSpc>
              <a:defRPr/>
            </a:pPr>
            <a:r>
              <a:rPr lang="de-DE" sz="14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Mustermann, Max</a:t>
            </a:r>
          </a:p>
          <a:p>
            <a:pPr>
              <a:lnSpc>
                <a:spcPct val="150000"/>
              </a:lnSpc>
              <a:defRPr/>
            </a:pPr>
            <a:r>
              <a:rPr lang="de-DE" sz="14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Musterfrau, Mona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041DD58-48B2-5F4E-9AFE-53178492BD0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040216" y="5688429"/>
            <a:ext cx="3841846" cy="941380"/>
          </a:xfrm>
          <a:prstGeom prst="rect">
            <a:avLst/>
          </a:prstGeom>
        </p:spPr>
      </p:pic>
      <p:pic>
        <p:nvPicPr>
          <p:cNvPr id="8" name="Grafik 7" descr="Ein Bild, das Screenshot, Raum, Kreis, Licht enthält.">
            <a:extLst>
              <a:ext uri="{FF2B5EF4-FFF2-40B4-BE49-F238E27FC236}">
                <a16:creationId xmlns:a16="http://schemas.microsoft.com/office/drawing/2014/main" id="{103C4555-7478-07A5-16DE-0B2DFD31986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0"/>
            <a:ext cx="6096000" cy="3708000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B9EBFDA2-089E-4B05-54A9-EA7E4905ABF5}"/>
              </a:ext>
            </a:extLst>
          </p:cNvPr>
          <p:cNvSpPr/>
          <p:nvPr/>
        </p:nvSpPr>
        <p:spPr>
          <a:xfrm>
            <a:off x="6096000" y="0"/>
            <a:ext cx="6096000" cy="3686400"/>
          </a:xfrm>
          <a:prstGeom prst="rect">
            <a:avLst/>
          </a:prstGeom>
          <a:solidFill>
            <a:srgbClr val="424456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8209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AEEA5-AD1F-0E8D-3F3A-45518C444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D99FF903-395B-86B0-FF15-CA707FA86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32304" y="0"/>
            <a:ext cx="1628432" cy="368032"/>
          </a:xfrm>
        </p:spPr>
        <p:txBody>
          <a:bodyPr/>
          <a:lstStyle/>
          <a:p>
            <a:r>
              <a:rPr lang="de-DE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Seite </a:t>
            </a:r>
            <a:fld id="{538D1101-B71C-42C1-B823-1158DE9643FE}" type="slidenum">
              <a:rPr lang="de-DE" smtClean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2</a:t>
            </a:fld>
            <a:endParaRPr lang="de-DE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28681B37-C29A-B7BC-202F-1CCF873BDD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368" y="1865149"/>
            <a:ext cx="1653017" cy="36009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1️⃣ Agenda Punkt 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e-DE" altLang="de-DE" sz="12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…</a:t>
            </a:r>
            <a:r>
              <a:rPr kumimoji="0" lang="de-DE" altLang="de-DE" sz="12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e-DE" altLang="de-DE" sz="12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…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e-DE" altLang="de-DE" sz="12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…​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de-DE" altLang="de-DE" sz="120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de-DE" altLang="de-DE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2️⃣  Agenda Punkt 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2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e-DE" altLang="de-DE" sz="12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… </a:t>
            </a:r>
          </a:p>
          <a:p>
            <a:pPr marL="171450" marR="0" lvl="0" indent="-1714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e-DE" altLang="de-DE" sz="12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… </a:t>
            </a:r>
          </a:p>
          <a:p>
            <a:pPr marL="171450" marR="0" lvl="0" indent="-1714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e-DE" altLang="de-DE" sz="12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…</a:t>
            </a:r>
          </a:p>
          <a:p>
            <a:pPr marL="171450" marR="0" lvl="0" indent="-1714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lang="de-DE" altLang="de-DE" sz="1200">
              <a:latin typeface="Arial" panose="020B0604020202020204" pitchFamily="34" charset="0"/>
            </a:endParaRPr>
          </a:p>
          <a:p>
            <a:pPr marR="0" lvl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de-DE" altLang="de-DE" sz="120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2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3️⃣ </a:t>
            </a:r>
            <a:r>
              <a:rPr kumimoji="0" lang="de-DE" altLang="de-DE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Agenda Punkt 3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20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e-DE" altLang="de-DE" sz="12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…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e-DE" altLang="de-DE" sz="12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…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e-DE" altLang="de-DE" sz="12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…</a:t>
            </a:r>
            <a:endParaRPr kumimoji="0" lang="de-DE" altLang="de-DE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190B9A6A-8FDF-C676-74F4-EF61914813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4112" y="1865149"/>
            <a:ext cx="1646605" cy="36009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2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​4️⃣ </a:t>
            </a:r>
            <a:r>
              <a:rPr kumimoji="0" lang="de-DE" altLang="de-DE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Agenda Punkt 4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20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e-DE" altLang="de-DE" sz="12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…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e-DE" altLang="de-DE" sz="12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…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e-DE" altLang="de-DE" sz="12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… 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e-DE" altLang="de-DE" sz="12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​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lang="de-DE" altLang="de-DE" sz="1200">
              <a:latin typeface="Arial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de-DE" altLang="de-DE" sz="120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lang="de-DE" altLang="de-DE" sz="1200">
              <a:latin typeface="Arial" panose="020B0604020202020204" pitchFamily="34" charset="0"/>
            </a:endParaRPr>
          </a:p>
          <a:p>
            <a:pPr>
              <a:buNone/>
            </a:pPr>
            <a:r>
              <a:rPr lang="de-DE" sz="1200">
                <a:latin typeface="Arial" panose="020B0604020202020204" pitchFamily="34" charset="0"/>
                <a:cs typeface="Arial" panose="020B0604020202020204" pitchFamily="34" charset="0"/>
              </a:rPr>
              <a:t>5️⃣ </a:t>
            </a:r>
            <a:r>
              <a:rPr kumimoji="0" lang="de-DE" altLang="de-DE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Agenda Punkt 5</a:t>
            </a:r>
            <a:endParaRPr lang="de-DE" sz="12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endParaRPr lang="de-DE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120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120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120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de-DE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r>
              <a:rPr lang="de-DE" sz="1200">
                <a:latin typeface="Arial" panose="020B0604020202020204" pitchFamily="34" charset="0"/>
                <a:cs typeface="Arial" panose="020B0604020202020204" pitchFamily="34" charset="0"/>
              </a:rPr>
              <a:t>6️⃣ </a:t>
            </a:r>
            <a:r>
              <a:rPr kumimoji="0" lang="de-DE" altLang="de-DE" sz="12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Agenda Punkt 6</a:t>
            </a:r>
            <a:endParaRPr lang="de-DE" sz="1200"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None/>
            </a:pPr>
            <a:endParaRPr lang="de-DE"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de-DE" sz="120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  <a:endParaRPr kumimoji="0" lang="de-DE" altLang="de-D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Pfeil: Fünfeck 10">
            <a:extLst>
              <a:ext uri="{FF2B5EF4-FFF2-40B4-BE49-F238E27FC236}">
                <a16:creationId xmlns:a16="http://schemas.microsoft.com/office/drawing/2014/main" id="{80C701F5-8F51-7B03-F27D-7409A90DEF57}"/>
              </a:ext>
            </a:extLst>
          </p:cNvPr>
          <p:cNvSpPr/>
          <p:nvPr/>
        </p:nvSpPr>
        <p:spPr>
          <a:xfrm>
            <a:off x="551384" y="980728"/>
            <a:ext cx="1763688" cy="360040"/>
          </a:xfrm>
          <a:prstGeom prst="homePlate">
            <a:avLst/>
          </a:prstGeom>
          <a:solidFill>
            <a:srgbClr val="4380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4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9256136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0" y="476672"/>
            <a:ext cx="12192000" cy="576000"/>
          </a:xfrm>
        </p:spPr>
        <p:txBody>
          <a:bodyPr>
            <a:noAutofit/>
          </a:bodyPr>
          <a:lstStyle/>
          <a:p>
            <a:r>
              <a:rPr kumimoji="0" lang="de-DE" altLang="de-DE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1️⃣ Punkt1</a:t>
            </a:r>
            <a:endParaRPr lang="de-DE" sz="2400" b="1" dirty="0"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4" name="Tabelle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492477"/>
              </p:ext>
            </p:extLst>
          </p:nvPr>
        </p:nvGraphicFramePr>
        <p:xfrm>
          <a:off x="0" y="1057816"/>
          <a:ext cx="12191998" cy="3352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417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8832"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b="1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Textfeld 3">
            <a:extLst>
              <a:ext uri="{FF2B5EF4-FFF2-40B4-BE49-F238E27FC236}">
                <a16:creationId xmlns:a16="http://schemas.microsoft.com/office/drawing/2014/main" id="{645B671B-5453-8EA0-AE15-7AA87175B5C7}"/>
              </a:ext>
            </a:extLst>
          </p:cNvPr>
          <p:cNvSpPr txBox="1"/>
          <p:nvPr/>
        </p:nvSpPr>
        <p:spPr>
          <a:xfrm>
            <a:off x="407368" y="1628800"/>
            <a:ext cx="6196012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1: tbd tbd</a:t>
            </a:r>
          </a:p>
          <a:p>
            <a:pPr>
              <a:buNone/>
            </a:pPr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1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lvl="1"/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2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lvl="1"/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3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</p:txBody>
      </p:sp>
    </p:spTree>
    <p:extLst>
      <p:ext uri="{BB962C8B-B14F-4D97-AF65-F5344CB8AC3E}">
        <p14:creationId xmlns:p14="http://schemas.microsoft.com/office/powerpoint/2010/main" val="471555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elle 43">
            <a:extLst>
              <a:ext uri="{FF2B5EF4-FFF2-40B4-BE49-F238E27FC236}">
                <a16:creationId xmlns:a16="http://schemas.microsoft.com/office/drawing/2014/main" id="{D0C400BB-09BD-3E17-70A5-06A821838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7210767"/>
              </p:ext>
            </p:extLst>
          </p:nvPr>
        </p:nvGraphicFramePr>
        <p:xfrm>
          <a:off x="0" y="1057816"/>
          <a:ext cx="12191998" cy="3352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417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8832"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438086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b="1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9" name="Titel 1">
            <a:extLst>
              <a:ext uri="{FF2B5EF4-FFF2-40B4-BE49-F238E27FC236}">
                <a16:creationId xmlns:a16="http://schemas.microsoft.com/office/drawing/2014/main" id="{71ECED2B-BEDC-4033-205E-E54D660F8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76672"/>
            <a:ext cx="12192000" cy="576000"/>
          </a:xfrm>
        </p:spPr>
        <p:txBody>
          <a:bodyPr>
            <a:noAutofit/>
          </a:bodyPr>
          <a:lstStyle/>
          <a:p>
            <a:r>
              <a:rPr kumimoji="0" lang="de-DE" altLang="de-DE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2️⃣ Punkt 2</a:t>
            </a:r>
            <a:endParaRPr lang="de-DE" sz="2000" b="1" dirty="0"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0410248-A5CC-F9DF-2194-2F576F39169E}"/>
              </a:ext>
            </a:extLst>
          </p:cNvPr>
          <p:cNvSpPr txBox="1"/>
          <p:nvPr/>
        </p:nvSpPr>
        <p:spPr>
          <a:xfrm>
            <a:off x="407368" y="1628800"/>
            <a:ext cx="6196012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1: tbd tbd</a:t>
            </a:r>
          </a:p>
          <a:p>
            <a:pPr>
              <a:buNone/>
            </a:pPr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1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lvl="1"/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2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lvl="1"/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3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</p:txBody>
      </p:sp>
    </p:spTree>
    <p:extLst>
      <p:ext uri="{BB962C8B-B14F-4D97-AF65-F5344CB8AC3E}">
        <p14:creationId xmlns:p14="http://schemas.microsoft.com/office/powerpoint/2010/main" val="21487715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8832304" y="0"/>
            <a:ext cx="1628432" cy="368032"/>
          </a:xfrm>
        </p:spPr>
        <p:txBody>
          <a:bodyPr/>
          <a:lstStyle/>
          <a:p>
            <a:r>
              <a:rPr lang="de-DE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Seite </a:t>
            </a:r>
            <a:fld id="{538D1101-B71C-42C1-B823-1158DE9643FE}" type="slidenum">
              <a:rPr lang="de-DE" smtClean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5</a:t>
            </a:fld>
            <a:r>
              <a:rPr lang="de-DE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</a:p>
        </p:txBody>
      </p:sp>
      <p:graphicFrame>
        <p:nvGraphicFramePr>
          <p:cNvPr id="44" name="Tabelle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2236246"/>
              </p:ext>
            </p:extLst>
          </p:nvPr>
        </p:nvGraphicFramePr>
        <p:xfrm>
          <a:off x="0" y="1057816"/>
          <a:ext cx="12191998" cy="3352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417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8832"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438086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438086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" name="Titel 1">
            <a:extLst>
              <a:ext uri="{FF2B5EF4-FFF2-40B4-BE49-F238E27FC236}">
                <a16:creationId xmlns:a16="http://schemas.microsoft.com/office/drawing/2014/main" id="{91CBE2C3-755A-EAB2-FF90-759C22CF3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76672"/>
            <a:ext cx="12192000" cy="576000"/>
          </a:xfrm>
        </p:spPr>
        <p:txBody>
          <a:bodyPr>
            <a:noAutofit/>
          </a:bodyPr>
          <a:lstStyle/>
          <a:p>
            <a:r>
              <a:rPr lang="de-DE" altLang="de-DE" sz="2000">
                <a:latin typeface="Arial" panose="020B0604020202020204" pitchFamily="34" charset="0"/>
                <a:cs typeface="Arial" panose="020B0604020202020204" pitchFamily="34" charset="0"/>
              </a:rPr>
              <a:t>3️⃣ </a:t>
            </a:r>
            <a:r>
              <a:rPr kumimoji="0" lang="de-DE" altLang="de-DE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Punkt 3</a:t>
            </a:r>
            <a:endParaRPr lang="de-DE" sz="2400" b="1" dirty="0"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648057C-98BB-A2AF-FE16-8D06F2216C13}"/>
              </a:ext>
            </a:extLst>
          </p:cNvPr>
          <p:cNvSpPr txBox="1"/>
          <p:nvPr/>
        </p:nvSpPr>
        <p:spPr>
          <a:xfrm>
            <a:off x="407368" y="1628800"/>
            <a:ext cx="6196012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1: tbd tbd</a:t>
            </a:r>
          </a:p>
          <a:p>
            <a:pPr>
              <a:buNone/>
            </a:pPr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1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lvl="1"/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2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lvl="1"/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3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</p:txBody>
      </p:sp>
    </p:spTree>
    <p:extLst>
      <p:ext uri="{BB962C8B-B14F-4D97-AF65-F5344CB8AC3E}">
        <p14:creationId xmlns:p14="http://schemas.microsoft.com/office/powerpoint/2010/main" val="10680597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8832304" y="0"/>
            <a:ext cx="1628432" cy="368032"/>
          </a:xfrm>
        </p:spPr>
        <p:txBody>
          <a:bodyPr/>
          <a:lstStyle/>
          <a:p>
            <a:r>
              <a:rPr lang="de-DE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Seite </a:t>
            </a:r>
            <a:fld id="{538D1101-B71C-42C1-B823-1158DE9643FE}" type="slidenum">
              <a:rPr lang="de-DE" smtClean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6</a:t>
            </a:fld>
            <a:r>
              <a:rPr lang="de-DE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</a:p>
        </p:txBody>
      </p:sp>
      <p:graphicFrame>
        <p:nvGraphicFramePr>
          <p:cNvPr id="44" name="Tabelle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6536304"/>
              </p:ext>
            </p:extLst>
          </p:nvPr>
        </p:nvGraphicFramePr>
        <p:xfrm>
          <a:off x="0" y="1057816"/>
          <a:ext cx="12191998" cy="3352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417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8832"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438086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0" lang="de-DE" sz="16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438086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438086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" name="Titel 1">
            <a:extLst>
              <a:ext uri="{FF2B5EF4-FFF2-40B4-BE49-F238E27FC236}">
                <a16:creationId xmlns:a16="http://schemas.microsoft.com/office/drawing/2014/main" id="{CC429978-3636-4B4A-B4C7-6C0315F97873}"/>
              </a:ext>
            </a:extLst>
          </p:cNvPr>
          <p:cNvSpPr txBox="1">
            <a:spLocks/>
          </p:cNvSpPr>
          <p:nvPr/>
        </p:nvSpPr>
        <p:spPr>
          <a:xfrm>
            <a:off x="0" y="476672"/>
            <a:ext cx="12191998" cy="5760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de-DE" altLang="de-DE" sz="20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4️⃣ </a:t>
            </a:r>
            <a:r>
              <a:rPr kumimoji="0" lang="de-DE" altLang="de-DE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Punkt 4</a:t>
            </a:r>
            <a:endParaRPr lang="de-DE" sz="2000" dirty="0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E431BF7-E73B-C3F4-DD72-1668BB7C37AA}"/>
              </a:ext>
            </a:extLst>
          </p:cNvPr>
          <p:cNvSpPr txBox="1"/>
          <p:nvPr/>
        </p:nvSpPr>
        <p:spPr>
          <a:xfrm>
            <a:off x="407368" y="1628800"/>
            <a:ext cx="6196012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1: tbd tbd</a:t>
            </a:r>
          </a:p>
          <a:p>
            <a:pPr>
              <a:buNone/>
            </a:pPr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1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lvl="1"/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2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lvl="1"/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3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</p:txBody>
      </p:sp>
    </p:spTree>
    <p:extLst>
      <p:ext uri="{BB962C8B-B14F-4D97-AF65-F5344CB8AC3E}">
        <p14:creationId xmlns:p14="http://schemas.microsoft.com/office/powerpoint/2010/main" val="3042659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8832304" y="0"/>
            <a:ext cx="1628432" cy="368032"/>
          </a:xfrm>
        </p:spPr>
        <p:txBody>
          <a:bodyPr/>
          <a:lstStyle/>
          <a:p>
            <a:r>
              <a:rPr lang="de-DE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Seite </a:t>
            </a:r>
            <a:fld id="{538D1101-B71C-42C1-B823-1158DE9643FE}" type="slidenum">
              <a:rPr lang="de-DE" smtClean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7</a:t>
            </a:fld>
            <a:r>
              <a:rPr lang="de-DE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 </a:t>
            </a:r>
          </a:p>
        </p:txBody>
      </p:sp>
      <p:graphicFrame>
        <p:nvGraphicFramePr>
          <p:cNvPr id="44" name="Tabelle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9621214"/>
              </p:ext>
            </p:extLst>
          </p:nvPr>
        </p:nvGraphicFramePr>
        <p:xfrm>
          <a:off x="0" y="1057816"/>
          <a:ext cx="12191998" cy="3352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417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8832"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438086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0" lang="de-DE" sz="1600" b="1" kern="120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rgbClr val="438086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438086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438086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" name="Titel 1">
            <a:extLst>
              <a:ext uri="{FF2B5EF4-FFF2-40B4-BE49-F238E27FC236}">
                <a16:creationId xmlns:a16="http://schemas.microsoft.com/office/drawing/2014/main" id="{CC429978-3636-4B4A-B4C7-6C0315F97873}"/>
              </a:ext>
            </a:extLst>
          </p:cNvPr>
          <p:cNvSpPr txBox="1">
            <a:spLocks/>
          </p:cNvSpPr>
          <p:nvPr/>
        </p:nvSpPr>
        <p:spPr>
          <a:xfrm>
            <a:off x="0" y="476672"/>
            <a:ext cx="12191998" cy="5760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None/>
            </a:pPr>
            <a:r>
              <a:rPr lang="de-DE" sz="2000">
                <a:latin typeface="Arial" panose="020B0604020202020204" pitchFamily="34" charset="0"/>
                <a:cs typeface="Arial" panose="020B0604020202020204" pitchFamily="34" charset="0"/>
              </a:rPr>
              <a:t>5️⃣ </a:t>
            </a:r>
            <a:r>
              <a:rPr kumimoji="0" lang="de-DE" altLang="de-DE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Punkt 5</a:t>
            </a:r>
            <a:endParaRPr lang="de-DE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7599820A-AD65-BBB1-AB31-2372787A9443}"/>
              </a:ext>
            </a:extLst>
          </p:cNvPr>
          <p:cNvSpPr txBox="1"/>
          <p:nvPr/>
        </p:nvSpPr>
        <p:spPr>
          <a:xfrm>
            <a:off x="407368" y="1628800"/>
            <a:ext cx="6196012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1: tbd tbd</a:t>
            </a:r>
          </a:p>
          <a:p>
            <a:pPr>
              <a:buNone/>
            </a:pPr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1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lvl="1"/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2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lvl="1"/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3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</p:txBody>
      </p:sp>
    </p:spTree>
    <p:extLst>
      <p:ext uri="{BB962C8B-B14F-4D97-AF65-F5344CB8AC3E}">
        <p14:creationId xmlns:p14="http://schemas.microsoft.com/office/powerpoint/2010/main" val="27774355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>
          <a:xfrm>
            <a:off x="8688288" y="0"/>
            <a:ext cx="1772448" cy="368032"/>
          </a:xfrm>
        </p:spPr>
        <p:txBody>
          <a:bodyPr/>
          <a:lstStyle/>
          <a:p>
            <a:r>
              <a:rPr lang="de-DE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Seite </a:t>
            </a:r>
            <a:fld id="{538D1101-B71C-42C1-B823-1158DE9643FE}" type="slidenum">
              <a:rPr lang="de-DE" smtClean="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8</a:t>
            </a:fld>
            <a:endParaRPr lang="de-DE"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graphicFrame>
        <p:nvGraphicFramePr>
          <p:cNvPr id="8" name="Tabel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1619535"/>
              </p:ext>
            </p:extLst>
          </p:nvPr>
        </p:nvGraphicFramePr>
        <p:xfrm>
          <a:off x="0" y="1057816"/>
          <a:ext cx="12191998" cy="3352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417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98832"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438086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438086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438086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438086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438086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sz="16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0" name="Titel 1">
            <a:extLst>
              <a:ext uri="{FF2B5EF4-FFF2-40B4-BE49-F238E27FC236}">
                <a16:creationId xmlns:a16="http://schemas.microsoft.com/office/drawing/2014/main" id="{AD18ADAA-B318-9D41-A82D-BC6358346B90}"/>
              </a:ext>
            </a:extLst>
          </p:cNvPr>
          <p:cNvSpPr txBox="1">
            <a:spLocks/>
          </p:cNvSpPr>
          <p:nvPr/>
        </p:nvSpPr>
        <p:spPr>
          <a:xfrm>
            <a:off x="0" y="476672"/>
            <a:ext cx="12191998" cy="576000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algn="l" rtl="0" eaLnBrk="1" latinLnBrk="0" hangingPunct="1">
              <a:spcBef>
                <a:spcPct val="0"/>
              </a:spcBef>
              <a:buNone/>
              <a:defRPr kumimoji="0" sz="40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buNone/>
            </a:pPr>
            <a:r>
              <a:rPr lang="de-DE" sz="2000">
                <a:latin typeface="Arial" panose="020B0604020202020204" pitchFamily="34" charset="0"/>
                <a:cs typeface="Arial" panose="020B0604020202020204" pitchFamily="34" charset="0"/>
              </a:rPr>
              <a:t>6️⃣ </a:t>
            </a:r>
            <a:r>
              <a:rPr kumimoji="0" lang="de-DE" altLang="de-DE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Punkt 6</a:t>
            </a:r>
            <a:endParaRPr lang="de-DE" sz="2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10B89CF-0B5E-B430-BD36-EB4867F7A460}"/>
              </a:ext>
            </a:extLst>
          </p:cNvPr>
          <p:cNvSpPr txBox="1"/>
          <p:nvPr/>
        </p:nvSpPr>
        <p:spPr>
          <a:xfrm>
            <a:off x="407368" y="1628800"/>
            <a:ext cx="6196012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1: tbd tbd</a:t>
            </a:r>
          </a:p>
          <a:p>
            <a:pPr>
              <a:buNone/>
            </a:pPr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1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lvl="1"/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2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lvl="1"/>
            <a:endParaRPr lang="de-DE"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Punkt 3 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de-DE" sz="1400">
                <a:latin typeface="Arial" panose="020B0604020202020204" pitchFamily="34" charset="0"/>
                <a:cs typeface="Arial" panose="020B0604020202020204" pitchFamily="34" charset="0"/>
              </a:rPr>
              <a:t>TBD</a:t>
            </a:r>
          </a:p>
        </p:txBody>
      </p:sp>
    </p:spTree>
    <p:extLst>
      <p:ext uri="{BB962C8B-B14F-4D97-AF65-F5344CB8AC3E}">
        <p14:creationId xmlns:p14="http://schemas.microsoft.com/office/powerpoint/2010/main" val="239731835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Rhea">
  <a:themeElements>
    <a:clrScheme name="Rhea">
      <a:dk1>
        <a:sysClr val="windowText" lastClr="000000"/>
      </a:dk1>
      <a:lt1>
        <a:sysClr val="window" lastClr="FFFFFF"/>
      </a:lt1>
      <a:dk2>
        <a:srgbClr val="424456"/>
      </a:dk2>
      <a:lt2>
        <a:srgbClr val="DEDEDE"/>
      </a:lt2>
      <a:accent1>
        <a:srgbClr val="53548A"/>
      </a:accent1>
      <a:accent2>
        <a:srgbClr val="438086"/>
      </a:accent2>
      <a:accent3>
        <a:srgbClr val="A04DA3"/>
      </a:accent3>
      <a:accent4>
        <a:srgbClr val="C4652D"/>
      </a:accent4>
      <a:accent5>
        <a:srgbClr val="8B5D3D"/>
      </a:accent5>
      <a:accent6>
        <a:srgbClr val="5C92B5"/>
      </a:accent6>
      <a:hlink>
        <a:srgbClr val="67AFBD"/>
      </a:hlink>
      <a:folHlink>
        <a:srgbClr val="C2A874"/>
      </a:folHlink>
    </a:clrScheme>
    <a:fontScheme name="Rhea">
      <a:majorFont>
        <a:latin typeface="Trebuchet MS"/>
        <a:ea typeface=""/>
        <a:cs typeface=""/>
        <a:font script="Jpan" typeface="HGｺﾞｼｯｸM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eorgia"/>
        <a:ea typeface=""/>
        <a:cs typeface=""/>
        <a:font script="Jpan" typeface="HG明朝B"/>
        <a:font script="Hang" typeface="맑은 고딕"/>
        <a:font script="Hans" typeface="宋体"/>
        <a:font script="Hant" typeface="新細明體"/>
        <a:font script="Arab" typeface="Arial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Rhea">
      <a:fillStyleLst>
        <a:solidFill>
          <a:schemeClr val="phClr"/>
        </a:solidFill>
        <a:gradFill rotWithShape="1">
          <a:gsLst>
            <a:gs pos="0">
              <a:schemeClr val="phClr">
                <a:tint val="1000"/>
                <a:satMod val="255000"/>
              </a:schemeClr>
            </a:gs>
            <a:gs pos="55000">
              <a:schemeClr val="phClr">
                <a:tint val="12000"/>
                <a:satMod val="255000"/>
              </a:schemeClr>
            </a:gs>
            <a:gs pos="100000">
              <a:schemeClr val="phClr">
                <a:tint val="45000"/>
                <a:satMod val="250000"/>
              </a:schemeClr>
            </a:gs>
          </a:gsLst>
          <a:path path="circle">
            <a:fillToRect l="-40000" t="-90000" r="140000" b="190000"/>
          </a:path>
        </a:gradFill>
        <a:gradFill rotWithShape="1">
          <a:gsLst>
            <a:gs pos="0">
              <a:schemeClr val="phClr">
                <a:tint val="43000"/>
                <a:satMod val="165000"/>
              </a:schemeClr>
            </a:gs>
            <a:gs pos="55000">
              <a:schemeClr val="phClr">
                <a:tint val="83000"/>
                <a:satMod val="155000"/>
              </a:schemeClr>
            </a:gs>
            <a:gs pos="100000">
              <a:schemeClr val="phClr">
                <a:shade val="85000"/>
              </a:schemeClr>
            </a:gs>
          </a:gsLst>
          <a:path path="circle">
            <a:fillToRect l="-40000" t="-90000" r="140000" b="19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15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flat" dir="t">
              <a:rot lat="0" lon="0" rev="20040000"/>
            </a:lightRig>
          </a:scene3d>
          <a:sp3d contourW="12700" prstMaterial="dkEdge">
            <a:bevelT w="25400" h="38100" prst="convex"/>
            <a:contourClr>
              <a:schemeClr val="phClr">
                <a:satMod val="115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100000">
              <a:schemeClr val="phClr">
                <a:tint val="80000"/>
                <a:satMod val="250000"/>
              </a:schemeClr>
            </a:gs>
            <a:gs pos="60000">
              <a:schemeClr val="phClr">
                <a:shade val="38000"/>
                <a:satMod val="175000"/>
              </a:schemeClr>
            </a:gs>
            <a:gs pos="0">
              <a:schemeClr val="phClr">
                <a:shade val="30000"/>
                <a:satMod val="175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</a:schemeClr>
              <a:schemeClr val="phClr">
                <a:tint val="96000"/>
                <a:satMod val="150000"/>
              </a:schemeClr>
            </a:duotone>
          </a:blip>
          <a:tile tx="0" ty="0" sx="80000" sy="8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Urban</Template>
  <TotalTime>0</TotalTime>
  <Words>199</Words>
  <Application>Microsoft Office PowerPoint</Application>
  <PresentationFormat>Breitbild</PresentationFormat>
  <Paragraphs>145</Paragraphs>
  <Slides>8</Slides>
  <Notes>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6" baseType="lpstr">
      <vt:lpstr>Arial</vt:lpstr>
      <vt:lpstr>Calibri</vt:lpstr>
      <vt:lpstr>Georgia</vt:lpstr>
      <vt:lpstr>Trebuchet MS</vt:lpstr>
      <vt:lpstr>Verdana</vt:lpstr>
      <vt:lpstr>Wingdings</vt:lpstr>
      <vt:lpstr>Wingdings 2</vt:lpstr>
      <vt:lpstr>Rhea</vt:lpstr>
      <vt:lpstr>PowerPoint-Präsentation</vt:lpstr>
      <vt:lpstr>PowerPoint-Präsentation</vt:lpstr>
      <vt:lpstr>1️⃣ Punkt1</vt:lpstr>
      <vt:lpstr>2️⃣ Punkt 2</vt:lpstr>
      <vt:lpstr>3️⃣ Punkt 3</vt:lpstr>
      <vt:lpstr>PowerPoint-Präsentation</vt:lpstr>
      <vt:lpstr>PowerPoint-Präsentation</vt:lpstr>
      <vt:lpstr>PowerPoint-Präsentation</vt:lpstr>
    </vt:vector>
  </TitlesOfParts>
  <Company>Elster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Balczukat, Phil</dc:creator>
  <cp:lastModifiedBy>Dietmar Ysop</cp:lastModifiedBy>
  <cp:revision>441</cp:revision>
  <dcterms:created xsi:type="dcterms:W3CDTF">2012-01-31T07:49:28Z</dcterms:created>
  <dcterms:modified xsi:type="dcterms:W3CDTF">2025-04-24T09:15:07Z</dcterms:modified>
</cp:coreProperties>
</file>